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webextensions/webextension1.xml" ContentType="application/vnd.ms-office.webextension+xml"/>
  <Override PartName="/ppt/notesSlides/notesSlide19.xml" ContentType="application/vnd.openxmlformats-officedocument.presentationml.notesSlide+xml"/>
  <Override PartName="/ppt/webextensions/webextension2.xml" ContentType="application/vnd.ms-office.webextension+xml"/>
  <Override PartName="/ppt/notesSlides/notesSlide20.xml" ContentType="application/vnd.openxmlformats-officedocument.presentationml.notesSlide+xml"/>
  <Override PartName="/ppt/webextensions/webextension3.xml" ContentType="application/vnd.ms-office.webextension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3" r:id="rId1"/>
  </p:sldMasterIdLst>
  <p:notesMasterIdLst>
    <p:notesMasterId r:id="rId26"/>
  </p:notesMasterIdLst>
  <p:sldIdLst>
    <p:sldId id="363" r:id="rId2"/>
    <p:sldId id="258" r:id="rId3"/>
    <p:sldId id="367" r:id="rId4"/>
    <p:sldId id="368" r:id="rId5"/>
    <p:sldId id="266" r:id="rId6"/>
    <p:sldId id="303" r:id="rId7"/>
    <p:sldId id="268" r:id="rId8"/>
    <p:sldId id="348" r:id="rId9"/>
    <p:sldId id="349" r:id="rId10"/>
    <p:sldId id="350" r:id="rId11"/>
    <p:sldId id="352" r:id="rId12"/>
    <p:sldId id="347" r:id="rId13"/>
    <p:sldId id="358" r:id="rId14"/>
    <p:sldId id="353" r:id="rId15"/>
    <p:sldId id="359" r:id="rId16"/>
    <p:sldId id="357" r:id="rId17"/>
    <p:sldId id="354" r:id="rId18"/>
    <p:sldId id="362" r:id="rId19"/>
    <p:sldId id="361" r:id="rId20"/>
    <p:sldId id="269" r:id="rId21"/>
    <p:sldId id="356" r:id="rId22"/>
    <p:sldId id="365" r:id="rId23"/>
    <p:sldId id="366" r:id="rId24"/>
    <p:sldId id="291" r:id="rId25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27"/>
      <p:bold r:id="rId28"/>
      <p:italic r:id="rId29"/>
      <p:boldItalic r:id="rId30"/>
    </p:embeddedFont>
    <p:embeddedFont>
      <p:font typeface="Vidaloka" panose="020B0604020202020204" charset="0"/>
      <p:regular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BDF857B-2FF2-4B1F-84E2-37DBD7ED5CD2}">
  <a:tblStyle styleId="{2BDF857B-2FF2-4B1F-84E2-37DBD7ED5CD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99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2">
          <a:extLst>
            <a:ext uri="{FF2B5EF4-FFF2-40B4-BE49-F238E27FC236}">
              <a16:creationId xmlns:a16="http://schemas.microsoft.com/office/drawing/2014/main" id="{E8ADACF9-BDDE-85B0-D516-64DB25FB0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g107aaa41fe9_0_24:notes">
            <a:extLst>
              <a:ext uri="{FF2B5EF4-FFF2-40B4-BE49-F238E27FC236}">
                <a16:creationId xmlns:a16="http://schemas.microsoft.com/office/drawing/2014/main" id="{5810ADCF-D6D8-0A61-0AC1-2891290DBC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4" name="Google Shape;694;g107aaa41fe9_0_24:notes">
            <a:extLst>
              <a:ext uri="{FF2B5EF4-FFF2-40B4-BE49-F238E27FC236}">
                <a16:creationId xmlns:a16="http://schemas.microsoft.com/office/drawing/2014/main" id="{63B4F027-99DC-50EA-2CBA-177CBE544E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832243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cf7a3c503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cf7a3c503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8">
          <a:extLst>
            <a:ext uri="{FF2B5EF4-FFF2-40B4-BE49-F238E27FC236}">
              <a16:creationId xmlns:a16="http://schemas.microsoft.com/office/drawing/2014/main" id="{5CCBADA1-1C7A-B202-7B35-3603D7C12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gcf7a3c503a_0_5:notes">
            <a:extLst>
              <a:ext uri="{FF2B5EF4-FFF2-40B4-BE49-F238E27FC236}">
                <a16:creationId xmlns:a16="http://schemas.microsoft.com/office/drawing/2014/main" id="{331DF734-E4E4-408D-0F1A-20B9351A26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0" name="Google Shape;570;gcf7a3c503a_0_5:notes">
            <a:extLst>
              <a:ext uri="{FF2B5EF4-FFF2-40B4-BE49-F238E27FC236}">
                <a16:creationId xmlns:a16="http://schemas.microsoft.com/office/drawing/2014/main" id="{76B9C1B5-F20C-AA2D-6B44-27FCEC6508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290377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3">
          <a:extLst>
            <a:ext uri="{FF2B5EF4-FFF2-40B4-BE49-F238E27FC236}">
              <a16:creationId xmlns:a16="http://schemas.microsoft.com/office/drawing/2014/main" id="{6A2833CC-6070-87E5-DF32-9CBCCA60D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cc7554a049_0_369:notes">
            <a:extLst>
              <a:ext uri="{FF2B5EF4-FFF2-40B4-BE49-F238E27FC236}">
                <a16:creationId xmlns:a16="http://schemas.microsoft.com/office/drawing/2014/main" id="{F37EDE59-52AD-42A1-D4F6-D0F1DA43CE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5" name="Google Shape;585;gcc7554a049_0_369:notes">
            <a:extLst>
              <a:ext uri="{FF2B5EF4-FFF2-40B4-BE49-F238E27FC236}">
                <a16:creationId xmlns:a16="http://schemas.microsoft.com/office/drawing/2014/main" id="{3933982D-A96E-D41F-AEAD-8EFD39C99F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689564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gcf7a3c503a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0" name="Google Shape;570;gcf7a3c503a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Google Shape;1325;g1083f33e91c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6" name="Google Shape;1326;g1083f33e91c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cc7554a049_0_3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5" name="Google Shape;585;gcc7554a049_0_3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3">
          <a:extLst>
            <a:ext uri="{FF2B5EF4-FFF2-40B4-BE49-F238E27FC236}">
              <a16:creationId xmlns:a16="http://schemas.microsoft.com/office/drawing/2014/main" id="{714E1EE2-8010-CF83-318F-8323A06B5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cc7554a049_0_369:notes">
            <a:extLst>
              <a:ext uri="{FF2B5EF4-FFF2-40B4-BE49-F238E27FC236}">
                <a16:creationId xmlns:a16="http://schemas.microsoft.com/office/drawing/2014/main" id="{029C760C-1336-5791-0A7D-DC01AFAB40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5" name="Google Shape;585;gcc7554a049_0_369:notes">
            <a:extLst>
              <a:ext uri="{FF2B5EF4-FFF2-40B4-BE49-F238E27FC236}">
                <a16:creationId xmlns:a16="http://schemas.microsoft.com/office/drawing/2014/main" id="{F6102F53-E76A-1B44-5A20-70F9478268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970872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3">
          <a:extLst>
            <a:ext uri="{FF2B5EF4-FFF2-40B4-BE49-F238E27FC236}">
              <a16:creationId xmlns:a16="http://schemas.microsoft.com/office/drawing/2014/main" id="{EA214FD4-256D-FCB9-12F4-CE47DBFBF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cc7554a049_0_369:notes">
            <a:extLst>
              <a:ext uri="{FF2B5EF4-FFF2-40B4-BE49-F238E27FC236}">
                <a16:creationId xmlns:a16="http://schemas.microsoft.com/office/drawing/2014/main" id="{F408AC2A-7029-92AF-C214-44F0060C74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5" name="Google Shape;585;gcc7554a049_0_369:notes">
            <a:extLst>
              <a:ext uri="{FF2B5EF4-FFF2-40B4-BE49-F238E27FC236}">
                <a16:creationId xmlns:a16="http://schemas.microsoft.com/office/drawing/2014/main" id="{1A198326-1034-F4DE-1107-C3EA0FF46D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58538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3">
          <a:extLst>
            <a:ext uri="{FF2B5EF4-FFF2-40B4-BE49-F238E27FC236}">
              <a16:creationId xmlns:a16="http://schemas.microsoft.com/office/drawing/2014/main" id="{4E5D69A2-850A-FCD7-65D2-CF17C7043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cc7554a049_0_369:notes">
            <a:extLst>
              <a:ext uri="{FF2B5EF4-FFF2-40B4-BE49-F238E27FC236}">
                <a16:creationId xmlns:a16="http://schemas.microsoft.com/office/drawing/2014/main" id="{010EE2E6-DD38-7031-E305-22A06FA276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5" name="Google Shape;585;gcc7554a049_0_369:notes">
            <a:extLst>
              <a:ext uri="{FF2B5EF4-FFF2-40B4-BE49-F238E27FC236}">
                <a16:creationId xmlns:a16="http://schemas.microsoft.com/office/drawing/2014/main" id="{AC9CE594-5822-8C85-D38B-C2ADFEA056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881454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8">
          <a:extLst>
            <a:ext uri="{FF2B5EF4-FFF2-40B4-BE49-F238E27FC236}">
              <a16:creationId xmlns:a16="http://schemas.microsoft.com/office/drawing/2014/main" id="{4AE90812-EAA7-6340-383F-521479573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gcf7a3c503a_0_5:notes">
            <a:extLst>
              <a:ext uri="{FF2B5EF4-FFF2-40B4-BE49-F238E27FC236}">
                <a16:creationId xmlns:a16="http://schemas.microsoft.com/office/drawing/2014/main" id="{EA5119AB-58AD-78B9-0B84-2C15687B41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0" name="Google Shape;570;gcf7a3c503a_0_5:notes">
            <a:extLst>
              <a:ext uri="{FF2B5EF4-FFF2-40B4-BE49-F238E27FC236}">
                <a16:creationId xmlns:a16="http://schemas.microsoft.com/office/drawing/2014/main" id="{12379383-CBD5-0F65-A1D6-31376A9571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238938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3">
          <a:extLst>
            <a:ext uri="{FF2B5EF4-FFF2-40B4-BE49-F238E27FC236}">
              <a16:creationId xmlns:a16="http://schemas.microsoft.com/office/drawing/2014/main" id="{95CF131C-B06B-2C07-E8BC-75B088E60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cc7554a049_0_369:notes">
            <a:extLst>
              <a:ext uri="{FF2B5EF4-FFF2-40B4-BE49-F238E27FC236}">
                <a16:creationId xmlns:a16="http://schemas.microsoft.com/office/drawing/2014/main" id="{475EF367-4C21-35CC-DF8D-3C63C62F35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5" name="Google Shape;585;gcc7554a049_0_369:notes">
            <a:extLst>
              <a:ext uri="{FF2B5EF4-FFF2-40B4-BE49-F238E27FC236}">
                <a16:creationId xmlns:a16="http://schemas.microsoft.com/office/drawing/2014/main" id="{1D301E6B-F923-C8F7-1CEE-3A954735FD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716820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3">
          <a:extLst>
            <a:ext uri="{FF2B5EF4-FFF2-40B4-BE49-F238E27FC236}">
              <a16:creationId xmlns:a16="http://schemas.microsoft.com/office/drawing/2014/main" id="{285B563E-8842-A743-7461-6DCAA0667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cc7554a049_0_369:notes">
            <a:extLst>
              <a:ext uri="{FF2B5EF4-FFF2-40B4-BE49-F238E27FC236}">
                <a16:creationId xmlns:a16="http://schemas.microsoft.com/office/drawing/2014/main" id="{0139C262-EEF4-AC32-5A59-D984388316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5" name="Google Shape;585;gcc7554a049_0_369:notes">
            <a:extLst>
              <a:ext uri="{FF2B5EF4-FFF2-40B4-BE49-F238E27FC236}">
                <a16:creationId xmlns:a16="http://schemas.microsoft.com/office/drawing/2014/main" id="{5382F7A7-8EB8-013C-8D0B-5112AB97D5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45075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8">
          <a:extLst>
            <a:ext uri="{FF2B5EF4-FFF2-40B4-BE49-F238E27FC236}">
              <a16:creationId xmlns:a16="http://schemas.microsoft.com/office/drawing/2014/main" id="{EF609C1F-E0FF-4F83-37F3-85128CED1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gcf7a3c503a_0_5:notes">
            <a:extLst>
              <a:ext uri="{FF2B5EF4-FFF2-40B4-BE49-F238E27FC236}">
                <a16:creationId xmlns:a16="http://schemas.microsoft.com/office/drawing/2014/main" id="{A6AAA945-1DEE-AD70-2B3E-A3059D6D68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0" name="Google Shape;570;gcf7a3c503a_0_5:notes">
            <a:extLst>
              <a:ext uri="{FF2B5EF4-FFF2-40B4-BE49-F238E27FC236}">
                <a16:creationId xmlns:a16="http://schemas.microsoft.com/office/drawing/2014/main" id="{C04505C8-4081-DDAC-CE0F-085CF730F8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1695107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3">
          <a:extLst>
            <a:ext uri="{FF2B5EF4-FFF2-40B4-BE49-F238E27FC236}">
              <a16:creationId xmlns:a16="http://schemas.microsoft.com/office/drawing/2014/main" id="{8819723E-BDB3-ACF7-75D8-A1CD60A34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cc7554a049_0_369:notes">
            <a:extLst>
              <a:ext uri="{FF2B5EF4-FFF2-40B4-BE49-F238E27FC236}">
                <a16:creationId xmlns:a16="http://schemas.microsoft.com/office/drawing/2014/main" id="{072A052C-4C82-7161-8118-EF3903B5DF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5" name="Google Shape;585;gcc7554a049_0_369:notes">
            <a:extLst>
              <a:ext uri="{FF2B5EF4-FFF2-40B4-BE49-F238E27FC236}">
                <a16:creationId xmlns:a16="http://schemas.microsoft.com/office/drawing/2014/main" id="{735CB964-10E3-7C2C-BF2F-8033616DBC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6445532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3">
          <a:extLst>
            <a:ext uri="{FF2B5EF4-FFF2-40B4-BE49-F238E27FC236}">
              <a16:creationId xmlns:a16="http://schemas.microsoft.com/office/drawing/2014/main" id="{CA796B30-6245-90C9-13C1-80E48977E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cc7554a049_0_369:notes">
            <a:extLst>
              <a:ext uri="{FF2B5EF4-FFF2-40B4-BE49-F238E27FC236}">
                <a16:creationId xmlns:a16="http://schemas.microsoft.com/office/drawing/2014/main" id="{8E62FB81-3520-7B30-0E1C-2753C7C691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5" name="Google Shape;585;gcc7554a049_0_369:notes">
            <a:extLst>
              <a:ext uri="{FF2B5EF4-FFF2-40B4-BE49-F238E27FC236}">
                <a16:creationId xmlns:a16="http://schemas.microsoft.com/office/drawing/2014/main" id="{44BA3983-8EB4-73F8-5A9B-7F40BD42A8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3743940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8">
          <a:extLst>
            <a:ext uri="{FF2B5EF4-FFF2-40B4-BE49-F238E27FC236}">
              <a16:creationId xmlns:a16="http://schemas.microsoft.com/office/drawing/2014/main" id="{94DD5616-35E8-92F6-E9E8-E501EA150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gcf7a3c503a_0_5:notes">
            <a:extLst>
              <a:ext uri="{FF2B5EF4-FFF2-40B4-BE49-F238E27FC236}">
                <a16:creationId xmlns:a16="http://schemas.microsoft.com/office/drawing/2014/main" id="{8E1006FC-F537-320F-03C7-1B63A0868B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0" name="Google Shape;570;gcf7a3c503a_0_5:notes">
            <a:extLst>
              <a:ext uri="{FF2B5EF4-FFF2-40B4-BE49-F238E27FC236}">
                <a16:creationId xmlns:a16="http://schemas.microsoft.com/office/drawing/2014/main" id="{CB7991A2-3815-0318-54DD-7A9B81FCD0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0174146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9">
          <a:extLst>
            <a:ext uri="{FF2B5EF4-FFF2-40B4-BE49-F238E27FC236}">
              <a16:creationId xmlns:a16="http://schemas.microsoft.com/office/drawing/2014/main" id="{3B86E487-28DD-C49D-6CE2-63AB3F4E7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107a9a8b46f_0_19:notes">
            <a:extLst>
              <a:ext uri="{FF2B5EF4-FFF2-40B4-BE49-F238E27FC236}">
                <a16:creationId xmlns:a16="http://schemas.microsoft.com/office/drawing/2014/main" id="{AACB2444-EE3E-9277-6A37-F327A36FE7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1" name="Google Shape;601;g107a9a8b46f_0_19:notes">
            <a:extLst>
              <a:ext uri="{FF2B5EF4-FFF2-40B4-BE49-F238E27FC236}">
                <a16:creationId xmlns:a16="http://schemas.microsoft.com/office/drawing/2014/main" id="{85436206-020F-80B7-5CA5-AFEDEBB756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3238354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9">
          <a:extLst>
            <a:ext uri="{FF2B5EF4-FFF2-40B4-BE49-F238E27FC236}">
              <a16:creationId xmlns:a16="http://schemas.microsoft.com/office/drawing/2014/main" id="{E501F7F0-D911-3E0F-6836-BB3F4045B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107a9a8b46f_0_19:notes">
            <a:extLst>
              <a:ext uri="{FF2B5EF4-FFF2-40B4-BE49-F238E27FC236}">
                <a16:creationId xmlns:a16="http://schemas.microsoft.com/office/drawing/2014/main" id="{A96FE2CD-F538-B662-0C35-361DDB94C6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1" name="Google Shape;601;g107a9a8b46f_0_19:notes">
            <a:extLst>
              <a:ext uri="{FF2B5EF4-FFF2-40B4-BE49-F238E27FC236}">
                <a16:creationId xmlns:a16="http://schemas.microsoft.com/office/drawing/2014/main" id="{2300797B-D027-077C-2E11-D9C749C110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9096463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107a9a8b46f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1" name="Google Shape;601;g107a9a8b46f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8">
          <a:extLst>
            <a:ext uri="{FF2B5EF4-FFF2-40B4-BE49-F238E27FC236}">
              <a16:creationId xmlns:a16="http://schemas.microsoft.com/office/drawing/2014/main" id="{44DB4521-9DE1-A7CE-6DD2-298BFF551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gcf7a3c503a_0_5:notes">
            <a:extLst>
              <a:ext uri="{FF2B5EF4-FFF2-40B4-BE49-F238E27FC236}">
                <a16:creationId xmlns:a16="http://schemas.microsoft.com/office/drawing/2014/main" id="{3AE4695F-6797-28FC-D9FF-BE9335C552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0" name="Google Shape;570;gcf7a3c503a_0_5:notes">
            <a:extLst>
              <a:ext uri="{FF2B5EF4-FFF2-40B4-BE49-F238E27FC236}">
                <a16:creationId xmlns:a16="http://schemas.microsoft.com/office/drawing/2014/main" id="{AACC220C-E874-3447-4844-5C74D10322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2400596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3">
          <a:extLst>
            <a:ext uri="{FF2B5EF4-FFF2-40B4-BE49-F238E27FC236}">
              <a16:creationId xmlns:a16="http://schemas.microsoft.com/office/drawing/2014/main" id="{F1EEA4AF-5046-66DD-2C16-E8F2E90AC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cc7554a049_0_369:notes">
            <a:extLst>
              <a:ext uri="{FF2B5EF4-FFF2-40B4-BE49-F238E27FC236}">
                <a16:creationId xmlns:a16="http://schemas.microsoft.com/office/drawing/2014/main" id="{5AD43183-F7DC-F7A9-9AB8-8E7F54C3E6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5" name="Google Shape;585;gcc7554a049_0_369:notes">
            <a:extLst>
              <a:ext uri="{FF2B5EF4-FFF2-40B4-BE49-F238E27FC236}">
                <a16:creationId xmlns:a16="http://schemas.microsoft.com/office/drawing/2014/main" id="{D985B926-05AF-0260-917A-4FCDE5D1E0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5507168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3">
          <a:extLst>
            <a:ext uri="{FF2B5EF4-FFF2-40B4-BE49-F238E27FC236}">
              <a16:creationId xmlns:a16="http://schemas.microsoft.com/office/drawing/2014/main" id="{F2992D3D-2529-CBF9-E149-7035BFC7F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cc7554a049_0_369:notes">
            <a:extLst>
              <a:ext uri="{FF2B5EF4-FFF2-40B4-BE49-F238E27FC236}">
                <a16:creationId xmlns:a16="http://schemas.microsoft.com/office/drawing/2014/main" id="{DD4DCFE9-AFC4-BA76-4905-06536A42C5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5" name="Google Shape;585;gcc7554a049_0_369:notes">
            <a:extLst>
              <a:ext uri="{FF2B5EF4-FFF2-40B4-BE49-F238E27FC236}">
                <a16:creationId xmlns:a16="http://schemas.microsoft.com/office/drawing/2014/main" id="{791DA135-079E-12B3-5EBA-43B3281F81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1885947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g107aaa41fe9_0_4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5" name="Google Shape;1055;g107aaa41fe9_0_4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2714550" y="2366272"/>
            <a:ext cx="3714900" cy="818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title" idx="2" hasCustomPrompt="1"/>
          </p:nvPr>
        </p:nvSpPr>
        <p:spPr>
          <a:xfrm>
            <a:off x="3746550" y="1339163"/>
            <a:ext cx="1650900" cy="97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7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9pPr>
          </a:lstStyle>
          <a:p>
            <a:r>
              <a:t>xx%</a:t>
            </a:r>
          </a:p>
        </p:txBody>
      </p:sp>
      <p:sp>
        <p:nvSpPr>
          <p:cNvPr id="18" name="Google Shape;18;p3"/>
          <p:cNvSpPr txBox="1">
            <a:spLocks noGrp="1"/>
          </p:cNvSpPr>
          <p:nvPr>
            <p:ph type="subTitle" idx="1"/>
          </p:nvPr>
        </p:nvSpPr>
        <p:spPr>
          <a:xfrm>
            <a:off x="2291400" y="3076675"/>
            <a:ext cx="4561200" cy="39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9" name="Google Shape;19;p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" name="Google Shape;20;p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" name="Google Shape;21;p3"/>
          <p:cNvCxnSpPr/>
          <p:nvPr/>
        </p:nvCxnSpPr>
        <p:spPr>
          <a:xfrm flipH="1">
            <a:off x="7948925" y="3979775"/>
            <a:ext cx="1378500" cy="12363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" name="Google Shape;22;p3"/>
          <p:cNvCxnSpPr/>
          <p:nvPr/>
        </p:nvCxnSpPr>
        <p:spPr>
          <a:xfrm flipH="1">
            <a:off x="-112875" y="-88700"/>
            <a:ext cx="1418700" cy="10644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40" name="Google Shape;40;p6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" name="Google Shape;41;p6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3583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subTitle" idx="1"/>
          </p:nvPr>
        </p:nvSpPr>
        <p:spPr>
          <a:xfrm>
            <a:off x="5001000" y="1942925"/>
            <a:ext cx="2486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subTitle" idx="2"/>
          </p:nvPr>
        </p:nvSpPr>
        <p:spPr>
          <a:xfrm>
            <a:off x="5001000" y="2255100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subTitle" idx="3"/>
          </p:nvPr>
        </p:nvSpPr>
        <p:spPr>
          <a:xfrm>
            <a:off x="1655200" y="1942925"/>
            <a:ext cx="2486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subTitle" idx="4"/>
          </p:nvPr>
        </p:nvSpPr>
        <p:spPr>
          <a:xfrm>
            <a:off x="1655200" y="2255100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ubTitle" idx="5"/>
          </p:nvPr>
        </p:nvSpPr>
        <p:spPr>
          <a:xfrm>
            <a:off x="5001000" y="3723950"/>
            <a:ext cx="2486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subTitle" idx="6"/>
          </p:nvPr>
        </p:nvSpPr>
        <p:spPr>
          <a:xfrm>
            <a:off x="5001000" y="4036125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subTitle" idx="7"/>
          </p:nvPr>
        </p:nvSpPr>
        <p:spPr>
          <a:xfrm>
            <a:off x="1655200" y="3723950"/>
            <a:ext cx="2486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subTitle" idx="8"/>
          </p:nvPr>
        </p:nvSpPr>
        <p:spPr>
          <a:xfrm>
            <a:off x="1655250" y="4036125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title" idx="9" hasCustomPrompt="1"/>
          </p:nvPr>
        </p:nvSpPr>
        <p:spPr>
          <a:xfrm>
            <a:off x="2378650" y="1303588"/>
            <a:ext cx="1039200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4" name="Google Shape;84;p13"/>
          <p:cNvSpPr txBox="1">
            <a:spLocks noGrp="1"/>
          </p:cNvSpPr>
          <p:nvPr>
            <p:ph type="title" idx="13" hasCustomPrompt="1"/>
          </p:nvPr>
        </p:nvSpPr>
        <p:spPr>
          <a:xfrm>
            <a:off x="5724450" y="1303588"/>
            <a:ext cx="1039200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5" name="Google Shape;85;p13"/>
          <p:cNvSpPr txBox="1">
            <a:spLocks noGrp="1"/>
          </p:cNvSpPr>
          <p:nvPr>
            <p:ph type="title" idx="14" hasCustomPrompt="1"/>
          </p:nvPr>
        </p:nvSpPr>
        <p:spPr>
          <a:xfrm>
            <a:off x="2378700" y="3082738"/>
            <a:ext cx="1039200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6" name="Google Shape;86;p13"/>
          <p:cNvSpPr txBox="1">
            <a:spLocks noGrp="1"/>
          </p:cNvSpPr>
          <p:nvPr>
            <p:ph type="title" idx="15" hasCustomPrompt="1"/>
          </p:nvPr>
        </p:nvSpPr>
        <p:spPr>
          <a:xfrm>
            <a:off x="5724450" y="3082738"/>
            <a:ext cx="1039200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cxnSp>
        <p:nvCxnSpPr>
          <p:cNvPr id="87" name="Google Shape;87;p1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" name="Google Shape;88;p1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_ONLY_1"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156" name="Google Shape;156;p21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7" name="Google Shape;157;p21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8" name="Google Shape;158;p21"/>
          <p:cNvCxnSpPr/>
          <p:nvPr/>
        </p:nvCxnSpPr>
        <p:spPr>
          <a:xfrm>
            <a:off x="7207350" y="-153175"/>
            <a:ext cx="2120400" cy="12738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6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0" name="Google Shape;160;p2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1" name="Google Shape;161;p2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2" name="Google Shape;162;p22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3" name="Google Shape;163;p22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4" name="Google Shape;164;p22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5" name="Google Shape;165;p22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6" name="Google Shape;166;p22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0"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0" name="Google Shape;450;p50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1" name="Google Shape;451;p50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0_1"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3" name="Google Shape;453;p51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4" name="Google Shape;454;p51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5" name="Google Shape;455;p51"/>
          <p:cNvCxnSpPr/>
          <p:nvPr/>
        </p:nvCxnSpPr>
        <p:spPr>
          <a:xfrm>
            <a:off x="7434175" y="-125600"/>
            <a:ext cx="1993200" cy="1330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6" name="Google Shape;456;p51"/>
          <p:cNvCxnSpPr/>
          <p:nvPr/>
        </p:nvCxnSpPr>
        <p:spPr>
          <a:xfrm>
            <a:off x="-147275" y="3943475"/>
            <a:ext cx="1993200" cy="1330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0_1_1"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8" name="Google Shape;458;p5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9" name="Google Shape;459;p5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0" name="Google Shape;460;p52"/>
          <p:cNvCxnSpPr/>
          <p:nvPr/>
        </p:nvCxnSpPr>
        <p:spPr>
          <a:xfrm flipH="1">
            <a:off x="6772150" y="3663450"/>
            <a:ext cx="2823300" cy="1633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30"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2" name="Google Shape;462;p5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3" name="Google Shape;463;p5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4" name="Google Shape;464;p53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5" name="Google Shape;465;p53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6" name="Google Shape;466;p53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7" name="Google Shape;467;p53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Vidaloka"/>
              <a:buNone/>
              <a:defRPr sz="30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5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8" r:id="rId3"/>
    <p:sldLayoutId id="2147483659" r:id="rId4"/>
    <p:sldLayoutId id="2147483667" r:id="rId5"/>
    <p:sldLayoutId id="2147483668" r:id="rId6"/>
    <p:sldLayoutId id="2147483696" r:id="rId7"/>
    <p:sldLayoutId id="2147483697" r:id="rId8"/>
    <p:sldLayoutId id="2147483698" r:id="rId9"/>
    <p:sldLayoutId id="214748369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1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2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3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5">
          <a:extLst>
            <a:ext uri="{FF2B5EF4-FFF2-40B4-BE49-F238E27FC236}">
              <a16:creationId xmlns:a16="http://schemas.microsoft.com/office/drawing/2014/main" id="{2A1A1115-1CBA-82F7-C5C9-BF407AB28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482;p59">
            <a:extLst>
              <a:ext uri="{FF2B5EF4-FFF2-40B4-BE49-F238E27FC236}">
                <a16:creationId xmlns:a16="http://schemas.microsoft.com/office/drawing/2014/main" id="{4ECD9050-9B8A-ADBA-63CA-61F0B9C2AEA4}"/>
              </a:ext>
            </a:extLst>
          </p:cNvPr>
          <p:cNvSpPr txBox="1">
            <a:spLocks/>
          </p:cNvSpPr>
          <p:nvPr/>
        </p:nvSpPr>
        <p:spPr>
          <a:xfrm>
            <a:off x="1039950" y="918376"/>
            <a:ext cx="70641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Vidaloka"/>
              <a:buNone/>
              <a:defRPr sz="3000" b="0" i="0" u="none" strike="noStrike" cap="none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6500" b="1" dirty="0"/>
              <a:t>Manufacturing Downtime</a:t>
            </a:r>
          </a:p>
        </p:txBody>
      </p:sp>
      <p:sp>
        <p:nvSpPr>
          <p:cNvPr id="15" name="Google Shape;483;p59">
            <a:extLst>
              <a:ext uri="{FF2B5EF4-FFF2-40B4-BE49-F238E27FC236}">
                <a16:creationId xmlns:a16="http://schemas.microsoft.com/office/drawing/2014/main" id="{D6B8A31E-7004-10F9-88D7-31879C35C965}"/>
              </a:ext>
            </a:extLst>
          </p:cNvPr>
          <p:cNvSpPr txBox="1">
            <a:spLocks/>
          </p:cNvSpPr>
          <p:nvPr/>
        </p:nvSpPr>
        <p:spPr>
          <a:xfrm>
            <a:off x="1039950" y="2724393"/>
            <a:ext cx="7064100" cy="44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n" sz="1600" dirty="0">
                <a:solidFill>
                  <a:schemeClr val="dk1"/>
                </a:solidFill>
                <a:latin typeface="Montserrat" panose="00000500000000000000" pitchFamily="2" charset="0"/>
              </a:rPr>
              <a:t>Increase productivity and reduce costs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174487D-A656-C21C-D13E-6886D297A047}"/>
              </a:ext>
            </a:extLst>
          </p:cNvPr>
          <p:cNvSpPr txBox="1"/>
          <p:nvPr/>
        </p:nvSpPr>
        <p:spPr>
          <a:xfrm>
            <a:off x="5046729" y="3784223"/>
            <a:ext cx="4890304" cy="10279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" sz="1400" dirty="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rPr>
              <a:t>Mohamed Hatem               (21083520)</a:t>
            </a:r>
          </a:p>
          <a:p>
            <a:pPr lvl="0">
              <a:lnSpc>
                <a:spcPct val="150000"/>
              </a:lnSpc>
            </a:pPr>
            <a:r>
              <a:rPr lang="en" sz="1400" dirty="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rPr>
              <a:t>Ahmed Mahmoud              (21067780)</a:t>
            </a:r>
          </a:p>
          <a:p>
            <a:pPr lvl="0">
              <a:lnSpc>
                <a:spcPct val="150000"/>
              </a:lnSpc>
            </a:pPr>
            <a:r>
              <a:rPr lang="en" sz="1400" dirty="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rPr>
              <a:t>Mohamed Abdelmoniem (</a:t>
            </a:r>
            <a:r>
              <a:rPr lang="ar-SA" sz="1400" dirty="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rPr>
              <a:t>2107023</a:t>
            </a:r>
            <a:r>
              <a:rPr lang="en-US" sz="1400" dirty="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rPr>
              <a:t>0</a:t>
            </a:r>
            <a:endParaRPr lang="en-US" dirty="0"/>
          </a:p>
        </p:txBody>
      </p:sp>
      <p:sp>
        <p:nvSpPr>
          <p:cNvPr id="17" name="Google Shape;587;p71">
            <a:extLst>
              <a:ext uri="{FF2B5EF4-FFF2-40B4-BE49-F238E27FC236}">
                <a16:creationId xmlns:a16="http://schemas.microsoft.com/office/drawing/2014/main" id="{1137B80B-44D4-DEB3-A826-8B252E4E3EC5}"/>
              </a:ext>
            </a:extLst>
          </p:cNvPr>
          <p:cNvSpPr txBox="1">
            <a:spLocks/>
          </p:cNvSpPr>
          <p:nvPr/>
        </p:nvSpPr>
        <p:spPr>
          <a:xfrm>
            <a:off x="6763194" y="413665"/>
            <a:ext cx="1636445" cy="322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Vidaloka"/>
              <a:buNone/>
              <a:defRPr sz="6500" b="0" i="0" u="none" strike="noStrike" cap="none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en-US" sz="1400" dirty="0"/>
              <a:t>Data Analysis G1</a:t>
            </a:r>
          </a:p>
        </p:txBody>
      </p:sp>
      <p:sp>
        <p:nvSpPr>
          <p:cNvPr id="18" name="Google Shape;589;p71">
            <a:extLst>
              <a:ext uri="{FF2B5EF4-FFF2-40B4-BE49-F238E27FC236}">
                <a16:creationId xmlns:a16="http://schemas.microsoft.com/office/drawing/2014/main" id="{8A06DF52-2C26-22FF-573D-DAAC284E92BC}"/>
              </a:ext>
            </a:extLst>
          </p:cNvPr>
          <p:cNvSpPr txBox="1"/>
          <p:nvPr/>
        </p:nvSpPr>
        <p:spPr>
          <a:xfrm>
            <a:off x="1039950" y="3636748"/>
            <a:ext cx="3057323" cy="1027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" sz="1200" b="1" dirty="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rPr>
              <a:t>Team Members:</a:t>
            </a:r>
          </a:p>
          <a:p>
            <a:pPr>
              <a:lnSpc>
                <a:spcPct val="150000"/>
              </a:lnSpc>
            </a:pPr>
            <a:r>
              <a:rPr lang="en" sz="1200" dirty="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rPr>
              <a:t>Ahme Hamed                     (21088892)</a:t>
            </a:r>
          </a:p>
          <a:p>
            <a:pPr lvl="0">
              <a:lnSpc>
                <a:spcPct val="150000"/>
              </a:lnSpc>
            </a:pPr>
            <a:r>
              <a:rPr lang="en" sz="1200" dirty="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rPr>
              <a:t>Omar Ramadan                 (21072762)</a:t>
            </a:r>
          </a:p>
          <a:p>
            <a:pPr lvl="0">
              <a:lnSpc>
                <a:spcPct val="150000"/>
              </a:lnSpc>
            </a:pPr>
            <a:r>
              <a:rPr lang="en" sz="1200" dirty="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rPr>
              <a:t>Ahmed Magdy                    (21081225)</a:t>
            </a:r>
          </a:p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endParaRPr lang="en" sz="1200" dirty="0">
              <a:solidFill>
                <a:schemeClr val="dk1"/>
              </a:solidFill>
              <a:latin typeface="Vidaloka"/>
              <a:ea typeface="Vidaloka"/>
              <a:cs typeface="Vidaloka"/>
              <a:sym typeface="Vidaloka"/>
            </a:endParaRPr>
          </a:p>
        </p:txBody>
      </p:sp>
      <p:sp>
        <p:nvSpPr>
          <p:cNvPr id="2" name="Google Shape;589;p71">
            <a:extLst>
              <a:ext uri="{FF2B5EF4-FFF2-40B4-BE49-F238E27FC236}">
                <a16:creationId xmlns:a16="http://schemas.microsoft.com/office/drawing/2014/main" id="{E128C49F-5D06-CF32-80E8-9E2C226A9894}"/>
              </a:ext>
            </a:extLst>
          </p:cNvPr>
          <p:cNvSpPr txBox="1"/>
          <p:nvPr/>
        </p:nvSpPr>
        <p:spPr>
          <a:xfrm>
            <a:off x="3834810" y="3074951"/>
            <a:ext cx="3057323" cy="1027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" sz="1200" b="1" dirty="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rPr>
              <a:t>Supervised by:</a:t>
            </a:r>
          </a:p>
          <a:p>
            <a:pPr>
              <a:lnSpc>
                <a:spcPct val="150000"/>
              </a:lnSpc>
            </a:pPr>
            <a:r>
              <a:rPr lang="en" sz="1200" dirty="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rPr>
              <a:t>Dr. Anas Ismail</a:t>
            </a:r>
          </a:p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endParaRPr lang="en" sz="1200" dirty="0">
              <a:solidFill>
                <a:schemeClr val="dk1"/>
              </a:solidFill>
              <a:latin typeface="Vidaloka"/>
              <a:ea typeface="Vidaloka"/>
              <a:cs typeface="Vidaloka"/>
              <a:sym typeface="Vidaloka"/>
            </a:endParaRPr>
          </a:p>
        </p:txBody>
      </p:sp>
    </p:spTree>
    <p:extLst>
      <p:ext uri="{BB962C8B-B14F-4D97-AF65-F5344CB8AC3E}">
        <p14:creationId xmlns:p14="http://schemas.microsoft.com/office/powerpoint/2010/main" val="42694290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3583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495" name="Google Shape;495;p61"/>
          <p:cNvSpPr txBox="1">
            <a:spLocks noGrp="1"/>
          </p:cNvSpPr>
          <p:nvPr>
            <p:ph type="subTitle" idx="3"/>
          </p:nvPr>
        </p:nvSpPr>
        <p:spPr>
          <a:xfrm>
            <a:off x="576064" y="1932844"/>
            <a:ext cx="2486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 &amp; Agenda</a:t>
            </a:r>
            <a:endParaRPr dirty="0"/>
          </a:p>
        </p:txBody>
      </p:sp>
      <p:sp>
        <p:nvSpPr>
          <p:cNvPr id="496" name="Google Shape;496;p61"/>
          <p:cNvSpPr txBox="1">
            <a:spLocks noGrp="1"/>
          </p:cNvSpPr>
          <p:nvPr>
            <p:ph type="subTitle" idx="1"/>
          </p:nvPr>
        </p:nvSpPr>
        <p:spPr>
          <a:xfrm>
            <a:off x="6308724" y="1916770"/>
            <a:ext cx="2486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Questions</a:t>
            </a:r>
            <a:endParaRPr dirty="0"/>
          </a:p>
        </p:txBody>
      </p:sp>
      <p:sp>
        <p:nvSpPr>
          <p:cNvPr id="497" name="Google Shape;497;p61"/>
          <p:cNvSpPr txBox="1">
            <a:spLocks noGrp="1"/>
          </p:cNvSpPr>
          <p:nvPr>
            <p:ph type="subTitle" idx="2"/>
          </p:nvPr>
        </p:nvSpPr>
        <p:spPr>
          <a:xfrm>
            <a:off x="6494003" y="2264438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 questions need to be asked for this data</a:t>
            </a:r>
            <a:endParaRPr dirty="0"/>
          </a:p>
        </p:txBody>
      </p:sp>
      <p:sp>
        <p:nvSpPr>
          <p:cNvPr id="498" name="Google Shape;498;p61"/>
          <p:cNvSpPr txBox="1">
            <a:spLocks noGrp="1"/>
          </p:cNvSpPr>
          <p:nvPr>
            <p:ph type="subTitle" idx="4"/>
          </p:nvPr>
        </p:nvSpPr>
        <p:spPr>
          <a:xfrm>
            <a:off x="547072" y="2467190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What should be done?</a:t>
            </a:r>
          </a:p>
        </p:txBody>
      </p:sp>
      <p:sp>
        <p:nvSpPr>
          <p:cNvPr id="499" name="Google Shape;499;p61"/>
          <p:cNvSpPr txBox="1">
            <a:spLocks noGrp="1"/>
          </p:cNvSpPr>
          <p:nvPr>
            <p:ph type="subTitle" idx="5"/>
          </p:nvPr>
        </p:nvSpPr>
        <p:spPr>
          <a:xfrm>
            <a:off x="3328950" y="1932844"/>
            <a:ext cx="2486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understanding</a:t>
            </a:r>
            <a:endParaRPr dirty="0"/>
          </a:p>
        </p:txBody>
      </p:sp>
      <p:sp>
        <p:nvSpPr>
          <p:cNvPr id="500" name="Google Shape;500;p61"/>
          <p:cNvSpPr txBox="1">
            <a:spLocks noGrp="1"/>
          </p:cNvSpPr>
          <p:nvPr>
            <p:ph type="subTitle" idx="6"/>
          </p:nvPr>
        </p:nvSpPr>
        <p:spPr>
          <a:xfrm>
            <a:off x="3386958" y="2273770"/>
            <a:ext cx="2486100" cy="5794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Explain the data</a:t>
            </a:r>
          </a:p>
        </p:txBody>
      </p:sp>
      <p:sp>
        <p:nvSpPr>
          <p:cNvPr id="501" name="Google Shape;501;p61"/>
          <p:cNvSpPr txBox="1">
            <a:spLocks noGrp="1"/>
          </p:cNvSpPr>
          <p:nvPr>
            <p:ph type="subTitle" idx="7"/>
          </p:nvPr>
        </p:nvSpPr>
        <p:spPr>
          <a:xfrm>
            <a:off x="3328950" y="3615462"/>
            <a:ext cx="2486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Analysis</a:t>
            </a:r>
            <a:endParaRPr dirty="0"/>
          </a:p>
        </p:txBody>
      </p:sp>
      <p:sp>
        <p:nvSpPr>
          <p:cNvPr id="502" name="Google Shape;502;p61"/>
          <p:cNvSpPr txBox="1">
            <a:spLocks noGrp="1"/>
          </p:cNvSpPr>
          <p:nvPr>
            <p:ph type="subTitle" idx="8"/>
          </p:nvPr>
        </p:nvSpPr>
        <p:spPr>
          <a:xfrm>
            <a:off x="3453054" y="3986148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Dashboard and numbers</a:t>
            </a:r>
            <a:endParaRPr dirty="0"/>
          </a:p>
        </p:txBody>
      </p:sp>
      <p:sp>
        <p:nvSpPr>
          <p:cNvPr id="503" name="Google Shape;503;p61"/>
          <p:cNvSpPr txBox="1">
            <a:spLocks noGrp="1"/>
          </p:cNvSpPr>
          <p:nvPr>
            <p:ph type="title" idx="9"/>
          </p:nvPr>
        </p:nvSpPr>
        <p:spPr>
          <a:xfrm>
            <a:off x="1270522" y="1195100"/>
            <a:ext cx="1039200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504" name="Google Shape;504;p61"/>
          <p:cNvSpPr txBox="1">
            <a:spLocks noGrp="1"/>
          </p:cNvSpPr>
          <p:nvPr>
            <p:ph type="title" idx="13"/>
          </p:nvPr>
        </p:nvSpPr>
        <p:spPr>
          <a:xfrm>
            <a:off x="3949895" y="1042888"/>
            <a:ext cx="1039200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505" name="Google Shape;505;p61"/>
          <p:cNvSpPr txBox="1">
            <a:spLocks noGrp="1"/>
          </p:cNvSpPr>
          <p:nvPr>
            <p:ph type="title" idx="14"/>
          </p:nvPr>
        </p:nvSpPr>
        <p:spPr>
          <a:xfrm>
            <a:off x="1270572" y="2974250"/>
            <a:ext cx="1039200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506" name="Google Shape;506;p61"/>
          <p:cNvSpPr txBox="1">
            <a:spLocks noGrp="1"/>
          </p:cNvSpPr>
          <p:nvPr>
            <p:ph type="title" idx="15"/>
          </p:nvPr>
        </p:nvSpPr>
        <p:spPr>
          <a:xfrm>
            <a:off x="3949895" y="2974250"/>
            <a:ext cx="1039200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sp>
        <p:nvSpPr>
          <p:cNvPr id="2" name="Google Shape;496;p61">
            <a:extLst>
              <a:ext uri="{FF2B5EF4-FFF2-40B4-BE49-F238E27FC236}">
                <a16:creationId xmlns:a16="http://schemas.microsoft.com/office/drawing/2014/main" id="{CE7160BA-32FF-1420-845D-5EF5CCE04826}"/>
              </a:ext>
            </a:extLst>
          </p:cNvPr>
          <p:cNvSpPr txBox="1">
            <a:spLocks/>
          </p:cNvSpPr>
          <p:nvPr/>
        </p:nvSpPr>
        <p:spPr>
          <a:xfrm>
            <a:off x="576064" y="3644055"/>
            <a:ext cx="24861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Montserrat"/>
              <a:buNone/>
              <a:defRPr sz="2400" b="0" i="0" u="none" strike="noStrike" cap="none">
                <a:solidFill>
                  <a:schemeClr val="dk2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Montserrat"/>
              <a:buNone/>
              <a:defRPr sz="2100" b="1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Montserrat"/>
              <a:buNone/>
              <a:defRPr sz="2100" b="1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Montserrat"/>
              <a:buNone/>
              <a:defRPr sz="2100" b="1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Montserrat"/>
              <a:buNone/>
              <a:defRPr sz="2100" b="1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Montserrat"/>
              <a:buNone/>
              <a:defRPr sz="2100" b="1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Montserrat"/>
              <a:buNone/>
              <a:defRPr sz="2100" b="1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Montserrat"/>
              <a:buNone/>
              <a:defRPr sz="2100" b="1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Montserrat"/>
              <a:buNone/>
              <a:defRPr sz="2100" b="1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/>
            <a:r>
              <a:rPr lang="en" dirty="0"/>
              <a:t>Techniques</a:t>
            </a:r>
            <a:endParaRPr lang="en-US" dirty="0"/>
          </a:p>
        </p:txBody>
      </p:sp>
      <p:sp>
        <p:nvSpPr>
          <p:cNvPr id="3" name="Google Shape;497;p61">
            <a:extLst>
              <a:ext uri="{FF2B5EF4-FFF2-40B4-BE49-F238E27FC236}">
                <a16:creationId xmlns:a16="http://schemas.microsoft.com/office/drawing/2014/main" id="{23B1E1B4-8BB3-E0BA-9D17-0B844A4CB3A5}"/>
              </a:ext>
            </a:extLst>
          </p:cNvPr>
          <p:cNvSpPr txBox="1">
            <a:spLocks/>
          </p:cNvSpPr>
          <p:nvPr/>
        </p:nvSpPr>
        <p:spPr>
          <a:xfrm>
            <a:off x="547072" y="4063409"/>
            <a:ext cx="2486100" cy="6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Excel &amp; Power BI</a:t>
            </a:r>
          </a:p>
        </p:txBody>
      </p:sp>
      <p:sp>
        <p:nvSpPr>
          <p:cNvPr id="4" name="Google Shape;499;p61">
            <a:extLst>
              <a:ext uri="{FF2B5EF4-FFF2-40B4-BE49-F238E27FC236}">
                <a16:creationId xmlns:a16="http://schemas.microsoft.com/office/drawing/2014/main" id="{8F3EB154-83E9-1874-BE6B-D1C0030217DD}"/>
              </a:ext>
            </a:extLst>
          </p:cNvPr>
          <p:cNvSpPr txBox="1">
            <a:spLocks/>
          </p:cNvSpPr>
          <p:nvPr/>
        </p:nvSpPr>
        <p:spPr>
          <a:xfrm>
            <a:off x="6110828" y="3624791"/>
            <a:ext cx="2786501" cy="7479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Montserrat"/>
              <a:buNone/>
              <a:defRPr sz="2400" b="0" i="0" u="none" strike="noStrike" cap="none">
                <a:solidFill>
                  <a:schemeClr val="dk2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Montserrat"/>
              <a:buNone/>
              <a:defRPr sz="2100" b="1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Montserrat"/>
              <a:buNone/>
              <a:defRPr sz="2100" b="1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Montserrat"/>
              <a:buNone/>
              <a:defRPr sz="2100" b="1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Montserrat"/>
              <a:buNone/>
              <a:defRPr sz="2100" b="1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Montserrat"/>
              <a:buNone/>
              <a:defRPr sz="2100" b="1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Montserrat"/>
              <a:buNone/>
              <a:defRPr sz="2100" b="1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Montserrat"/>
              <a:buNone/>
              <a:defRPr sz="2100" b="1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Montserrat"/>
              <a:buNone/>
              <a:defRPr sz="2100" b="1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/>
            <a:r>
              <a:rPr lang="en-US" dirty="0"/>
              <a:t>Conclusion and  Recommendations</a:t>
            </a:r>
          </a:p>
        </p:txBody>
      </p:sp>
      <p:sp>
        <p:nvSpPr>
          <p:cNvPr id="6" name="Google Shape;504;p61">
            <a:extLst>
              <a:ext uri="{FF2B5EF4-FFF2-40B4-BE49-F238E27FC236}">
                <a16:creationId xmlns:a16="http://schemas.microsoft.com/office/drawing/2014/main" id="{0B845DE3-388C-92F6-A575-33F55CCBE51C}"/>
              </a:ext>
            </a:extLst>
          </p:cNvPr>
          <p:cNvSpPr txBox="1">
            <a:spLocks/>
          </p:cNvSpPr>
          <p:nvPr/>
        </p:nvSpPr>
        <p:spPr>
          <a:xfrm>
            <a:off x="7032174" y="1042888"/>
            <a:ext cx="1039200" cy="66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Vidaloka"/>
              <a:buNone/>
              <a:defRPr sz="3800" b="0" i="0" u="none" strike="noStrike" cap="none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  <a:defRPr sz="4000" b="0" i="1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  <a:defRPr sz="4000" b="0" i="1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  <a:defRPr sz="4000" b="0" i="1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  <a:defRPr sz="4000" b="0" i="1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  <a:defRPr sz="4000" b="0" i="1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  <a:defRPr sz="4000" b="0" i="1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  <a:defRPr sz="4000" b="0" i="1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  <a:defRPr sz="4000" b="0" i="1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dirty="0"/>
              <a:t>03</a:t>
            </a:r>
          </a:p>
        </p:txBody>
      </p:sp>
      <p:sp>
        <p:nvSpPr>
          <p:cNvPr id="7" name="Google Shape;506;p61">
            <a:extLst>
              <a:ext uri="{FF2B5EF4-FFF2-40B4-BE49-F238E27FC236}">
                <a16:creationId xmlns:a16="http://schemas.microsoft.com/office/drawing/2014/main" id="{FE568792-9A4C-7851-65C7-2938DEA4C4ED}"/>
              </a:ext>
            </a:extLst>
          </p:cNvPr>
          <p:cNvSpPr txBox="1">
            <a:spLocks/>
          </p:cNvSpPr>
          <p:nvPr/>
        </p:nvSpPr>
        <p:spPr>
          <a:xfrm>
            <a:off x="7032174" y="2947962"/>
            <a:ext cx="1039200" cy="66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Vidaloka"/>
              <a:buNone/>
              <a:defRPr sz="3800" b="0" i="0" u="none" strike="noStrike" cap="none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  <a:defRPr sz="4000" b="0" i="1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  <a:defRPr sz="4000" b="0" i="1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  <a:defRPr sz="4000" b="0" i="1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  <a:defRPr sz="4000" b="0" i="1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  <a:defRPr sz="4000" b="0" i="1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  <a:defRPr sz="4000" b="0" i="1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  <a:defRPr sz="4000" b="0" i="1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  <a:defRPr sz="4000" b="0" i="1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dirty="0"/>
              <a:t>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1">
          <a:extLst>
            <a:ext uri="{FF2B5EF4-FFF2-40B4-BE49-F238E27FC236}">
              <a16:creationId xmlns:a16="http://schemas.microsoft.com/office/drawing/2014/main" id="{32CD2853-4BDD-A181-9D4D-EF072D6E5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69">
            <a:extLst>
              <a:ext uri="{FF2B5EF4-FFF2-40B4-BE49-F238E27FC236}">
                <a16:creationId xmlns:a16="http://schemas.microsoft.com/office/drawing/2014/main" id="{9BC7567B-E9A4-5DB1-0841-5DE7C1A2E8C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233" y="2317463"/>
            <a:ext cx="6563533" cy="81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 &amp; Agenda</a:t>
            </a:r>
            <a:endParaRPr dirty="0"/>
          </a:p>
        </p:txBody>
      </p:sp>
      <p:sp>
        <p:nvSpPr>
          <p:cNvPr id="573" name="Google Shape;573;p69">
            <a:extLst>
              <a:ext uri="{FF2B5EF4-FFF2-40B4-BE49-F238E27FC236}">
                <a16:creationId xmlns:a16="http://schemas.microsoft.com/office/drawing/2014/main" id="{214724A8-82F9-1EEE-09D6-D896813583F4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746550" y="1339163"/>
            <a:ext cx="1650900" cy="97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574" name="Google Shape;574;p69">
            <a:extLst>
              <a:ext uri="{FF2B5EF4-FFF2-40B4-BE49-F238E27FC236}">
                <a16:creationId xmlns:a16="http://schemas.microsoft.com/office/drawing/2014/main" id="{B7B14DB7-E096-21FE-2533-170B8BA73CE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291400" y="3076675"/>
            <a:ext cx="4561200" cy="39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What should be done?</a:t>
            </a:r>
          </a:p>
        </p:txBody>
      </p:sp>
    </p:spTree>
    <p:extLst>
      <p:ext uri="{BB962C8B-B14F-4D97-AF65-F5344CB8AC3E}">
        <p14:creationId xmlns:p14="http://schemas.microsoft.com/office/powerpoint/2010/main" val="10407645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6">
          <a:extLst>
            <a:ext uri="{FF2B5EF4-FFF2-40B4-BE49-F238E27FC236}">
              <a16:creationId xmlns:a16="http://schemas.microsoft.com/office/drawing/2014/main" id="{2C053E56-3C2B-1F77-FC88-1E481AFC7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89;p71">
            <a:extLst>
              <a:ext uri="{FF2B5EF4-FFF2-40B4-BE49-F238E27FC236}">
                <a16:creationId xmlns:a16="http://schemas.microsoft.com/office/drawing/2014/main" id="{02F580B8-5570-9DED-8FC1-E0AB5EDFA7D8}"/>
              </a:ext>
            </a:extLst>
          </p:cNvPr>
          <p:cNvSpPr txBox="1"/>
          <p:nvPr/>
        </p:nvSpPr>
        <p:spPr>
          <a:xfrm>
            <a:off x="253036" y="670649"/>
            <a:ext cx="8637928" cy="3967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rPr>
              <a:t>Data Collecting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rPr>
              <a:t>Making questions and where to reach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rPr>
              <a:t>Data Cleaning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rPr>
              <a:t>Data Analysis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rPr>
              <a:t>Dashboard and Visualizations</a:t>
            </a:r>
            <a:endParaRPr lang="en" sz="2400" dirty="0">
              <a:solidFill>
                <a:schemeClr val="dk1"/>
              </a:solidFill>
              <a:latin typeface="Vidaloka"/>
              <a:ea typeface="Vidaloka"/>
              <a:cs typeface="Vidaloka"/>
              <a:sym typeface="Vidaloka"/>
            </a:endParaRP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" sz="2400" dirty="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rPr>
              <a:t>Finding problems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" sz="2400" dirty="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rPr>
              <a:t>How to solve</a:t>
            </a:r>
            <a:endParaRPr lang="en-US" sz="2400" dirty="0">
              <a:solidFill>
                <a:schemeClr val="dk1"/>
              </a:solidFill>
              <a:latin typeface="Vidaloka"/>
              <a:ea typeface="Vidaloka"/>
              <a:cs typeface="Vidaloka"/>
              <a:sym typeface="Vidaloka"/>
            </a:endParaRPr>
          </a:p>
        </p:txBody>
      </p:sp>
    </p:spTree>
    <p:extLst>
      <p:ext uri="{BB962C8B-B14F-4D97-AF65-F5344CB8AC3E}">
        <p14:creationId xmlns:p14="http://schemas.microsoft.com/office/powerpoint/2010/main" val="612167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69"/>
          <p:cNvSpPr txBox="1">
            <a:spLocks noGrp="1"/>
          </p:cNvSpPr>
          <p:nvPr>
            <p:ph type="title"/>
          </p:nvPr>
        </p:nvSpPr>
        <p:spPr>
          <a:xfrm>
            <a:off x="1651743" y="2317463"/>
            <a:ext cx="5840514" cy="81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understanding</a:t>
            </a:r>
            <a:endParaRPr dirty="0"/>
          </a:p>
        </p:txBody>
      </p:sp>
      <p:sp>
        <p:nvSpPr>
          <p:cNvPr id="573" name="Google Shape;573;p69"/>
          <p:cNvSpPr txBox="1">
            <a:spLocks noGrp="1"/>
          </p:cNvSpPr>
          <p:nvPr>
            <p:ph type="title" idx="2"/>
          </p:nvPr>
        </p:nvSpPr>
        <p:spPr>
          <a:xfrm>
            <a:off x="3746550" y="1339163"/>
            <a:ext cx="1650900" cy="97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574" name="Google Shape;574;p69"/>
          <p:cNvSpPr txBox="1">
            <a:spLocks noGrp="1"/>
          </p:cNvSpPr>
          <p:nvPr>
            <p:ph type="subTitle" idx="1"/>
          </p:nvPr>
        </p:nvSpPr>
        <p:spPr>
          <a:xfrm>
            <a:off x="2291400" y="3076675"/>
            <a:ext cx="4561200" cy="39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Explain the data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9" name="Google Shape;1329;p106"/>
          <p:cNvSpPr/>
          <p:nvPr/>
        </p:nvSpPr>
        <p:spPr>
          <a:xfrm>
            <a:off x="665330" y="2204075"/>
            <a:ext cx="1627800" cy="752400"/>
          </a:xfrm>
          <a:prstGeom prst="roundRect">
            <a:avLst>
              <a:gd name="adj" fmla="val 0"/>
            </a:avLst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0" name="Google Shape;1330;p106"/>
          <p:cNvSpPr txBox="1">
            <a:spLocks noGrp="1"/>
          </p:cNvSpPr>
          <p:nvPr>
            <p:ph type="title" idx="4294967295"/>
          </p:nvPr>
        </p:nvSpPr>
        <p:spPr>
          <a:xfrm>
            <a:off x="3760743" y="781924"/>
            <a:ext cx="2690100" cy="47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accent1"/>
                </a:solidFill>
              </a:rPr>
              <a:t>Product</a:t>
            </a:r>
            <a:endParaRPr sz="2400" dirty="0">
              <a:solidFill>
                <a:schemeClr val="accent1"/>
              </a:solidFill>
            </a:endParaRPr>
          </a:p>
        </p:txBody>
      </p:sp>
      <p:sp>
        <p:nvSpPr>
          <p:cNvPr id="1332" name="Google Shape;1332;p106"/>
          <p:cNvSpPr txBox="1">
            <a:spLocks noGrp="1"/>
          </p:cNvSpPr>
          <p:nvPr>
            <p:ph type="title" idx="4294967295"/>
          </p:nvPr>
        </p:nvSpPr>
        <p:spPr>
          <a:xfrm>
            <a:off x="3760743" y="3880322"/>
            <a:ext cx="2690100" cy="47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accent1"/>
                </a:solidFill>
              </a:rPr>
              <a:t>Operator</a:t>
            </a:r>
            <a:endParaRPr sz="2400" dirty="0">
              <a:solidFill>
                <a:schemeClr val="accent1"/>
              </a:solidFill>
            </a:endParaRPr>
          </a:p>
        </p:txBody>
      </p:sp>
      <p:sp>
        <p:nvSpPr>
          <p:cNvPr id="1334" name="Google Shape;1334;p106"/>
          <p:cNvSpPr txBox="1">
            <a:spLocks noGrp="1"/>
          </p:cNvSpPr>
          <p:nvPr>
            <p:ph type="title" idx="4294967295"/>
          </p:nvPr>
        </p:nvSpPr>
        <p:spPr>
          <a:xfrm>
            <a:off x="3790529" y="1734512"/>
            <a:ext cx="2690100" cy="47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accent1"/>
                </a:solidFill>
              </a:rPr>
              <a:t>Batch</a:t>
            </a:r>
            <a:endParaRPr sz="2400" dirty="0">
              <a:solidFill>
                <a:schemeClr val="accent1"/>
              </a:solidFill>
            </a:endParaRPr>
          </a:p>
        </p:txBody>
      </p:sp>
      <p:sp>
        <p:nvSpPr>
          <p:cNvPr id="1336" name="Google Shape;1336;p106"/>
          <p:cNvSpPr txBox="1">
            <a:spLocks noGrp="1"/>
          </p:cNvSpPr>
          <p:nvPr>
            <p:ph type="title" idx="4294967295"/>
          </p:nvPr>
        </p:nvSpPr>
        <p:spPr>
          <a:xfrm>
            <a:off x="835580" y="2307575"/>
            <a:ext cx="1287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Factory</a:t>
            </a:r>
            <a:endParaRPr sz="2400" dirty="0"/>
          </a:p>
        </p:txBody>
      </p:sp>
      <p:grpSp>
        <p:nvGrpSpPr>
          <p:cNvPr id="1341" name="Google Shape;1341;p106"/>
          <p:cNvGrpSpPr/>
          <p:nvPr/>
        </p:nvGrpSpPr>
        <p:grpSpPr>
          <a:xfrm>
            <a:off x="3096885" y="3934498"/>
            <a:ext cx="366364" cy="366248"/>
            <a:chOff x="-60255350" y="3733825"/>
            <a:chExt cx="316650" cy="316550"/>
          </a:xfrm>
        </p:grpSpPr>
        <p:sp>
          <p:nvSpPr>
            <p:cNvPr id="1342" name="Google Shape;1342;p106"/>
            <p:cNvSpPr/>
            <p:nvPr/>
          </p:nvSpPr>
          <p:spPr>
            <a:xfrm>
              <a:off x="-60218325" y="3733825"/>
              <a:ext cx="235525" cy="316550"/>
            </a:xfrm>
            <a:custGeom>
              <a:avLst/>
              <a:gdLst/>
              <a:ahLst/>
              <a:cxnLst/>
              <a:rect l="l" t="t" r="r" b="b"/>
              <a:pathLst>
                <a:path w="9421" h="12662" extrusionOk="0">
                  <a:moveTo>
                    <a:pt x="4821" y="1666"/>
                  </a:moveTo>
                  <a:cubicBezTo>
                    <a:pt x="5073" y="1666"/>
                    <a:pt x="5262" y="1886"/>
                    <a:pt x="5262" y="2075"/>
                  </a:cubicBezTo>
                  <a:lnTo>
                    <a:pt x="5262" y="2359"/>
                  </a:lnTo>
                  <a:cubicBezTo>
                    <a:pt x="5734" y="2485"/>
                    <a:pt x="6081" y="2989"/>
                    <a:pt x="6081" y="3525"/>
                  </a:cubicBezTo>
                  <a:cubicBezTo>
                    <a:pt x="6081" y="3777"/>
                    <a:pt x="5892" y="3934"/>
                    <a:pt x="5640" y="3934"/>
                  </a:cubicBezTo>
                  <a:cubicBezTo>
                    <a:pt x="5419" y="3934"/>
                    <a:pt x="5262" y="3714"/>
                    <a:pt x="5262" y="3525"/>
                  </a:cubicBezTo>
                  <a:cubicBezTo>
                    <a:pt x="5262" y="3273"/>
                    <a:pt x="5073" y="3084"/>
                    <a:pt x="4821" y="3084"/>
                  </a:cubicBezTo>
                  <a:cubicBezTo>
                    <a:pt x="4569" y="3084"/>
                    <a:pt x="4411" y="3273"/>
                    <a:pt x="4411" y="3525"/>
                  </a:cubicBezTo>
                  <a:cubicBezTo>
                    <a:pt x="4411" y="3777"/>
                    <a:pt x="4789" y="3997"/>
                    <a:pt x="5104" y="4249"/>
                  </a:cubicBezTo>
                  <a:cubicBezTo>
                    <a:pt x="5514" y="4564"/>
                    <a:pt x="6081" y="4942"/>
                    <a:pt x="6081" y="5604"/>
                  </a:cubicBezTo>
                  <a:cubicBezTo>
                    <a:pt x="6081" y="6171"/>
                    <a:pt x="5734" y="6612"/>
                    <a:pt x="5262" y="6801"/>
                  </a:cubicBezTo>
                  <a:lnTo>
                    <a:pt x="5262" y="7085"/>
                  </a:lnTo>
                  <a:cubicBezTo>
                    <a:pt x="5262" y="7305"/>
                    <a:pt x="5041" y="7463"/>
                    <a:pt x="4821" y="7463"/>
                  </a:cubicBezTo>
                  <a:cubicBezTo>
                    <a:pt x="4569" y="7463"/>
                    <a:pt x="4411" y="7274"/>
                    <a:pt x="4411" y="7085"/>
                  </a:cubicBezTo>
                  <a:lnTo>
                    <a:pt x="4411" y="6801"/>
                  </a:lnTo>
                  <a:cubicBezTo>
                    <a:pt x="3938" y="6644"/>
                    <a:pt x="3592" y="6171"/>
                    <a:pt x="3592" y="5604"/>
                  </a:cubicBezTo>
                  <a:cubicBezTo>
                    <a:pt x="3592" y="5383"/>
                    <a:pt x="3781" y="5194"/>
                    <a:pt x="4033" y="5194"/>
                  </a:cubicBezTo>
                  <a:cubicBezTo>
                    <a:pt x="4253" y="5194"/>
                    <a:pt x="4411" y="5383"/>
                    <a:pt x="4411" y="5604"/>
                  </a:cubicBezTo>
                  <a:cubicBezTo>
                    <a:pt x="4411" y="5856"/>
                    <a:pt x="4632" y="6014"/>
                    <a:pt x="4821" y="6014"/>
                  </a:cubicBezTo>
                  <a:cubicBezTo>
                    <a:pt x="5041" y="6014"/>
                    <a:pt x="5262" y="5824"/>
                    <a:pt x="5262" y="5604"/>
                  </a:cubicBezTo>
                  <a:cubicBezTo>
                    <a:pt x="5262" y="5383"/>
                    <a:pt x="4947" y="5131"/>
                    <a:pt x="4569" y="4911"/>
                  </a:cubicBezTo>
                  <a:cubicBezTo>
                    <a:pt x="4159" y="4596"/>
                    <a:pt x="3592" y="4186"/>
                    <a:pt x="3592" y="3525"/>
                  </a:cubicBezTo>
                  <a:cubicBezTo>
                    <a:pt x="3592" y="2989"/>
                    <a:pt x="3938" y="2548"/>
                    <a:pt x="4411" y="2359"/>
                  </a:cubicBezTo>
                  <a:lnTo>
                    <a:pt x="4411" y="2075"/>
                  </a:lnTo>
                  <a:cubicBezTo>
                    <a:pt x="4411" y="1823"/>
                    <a:pt x="4632" y="1666"/>
                    <a:pt x="4821" y="1666"/>
                  </a:cubicBezTo>
                  <a:close/>
                  <a:moveTo>
                    <a:pt x="6081" y="9385"/>
                  </a:moveTo>
                  <a:lnTo>
                    <a:pt x="6081" y="10235"/>
                  </a:lnTo>
                  <a:lnTo>
                    <a:pt x="3592" y="10235"/>
                  </a:lnTo>
                  <a:lnTo>
                    <a:pt x="3592" y="9385"/>
                  </a:lnTo>
                  <a:close/>
                  <a:moveTo>
                    <a:pt x="4801" y="0"/>
                  </a:moveTo>
                  <a:cubicBezTo>
                    <a:pt x="4498" y="0"/>
                    <a:pt x="4188" y="29"/>
                    <a:pt x="3875" y="91"/>
                  </a:cubicBezTo>
                  <a:cubicBezTo>
                    <a:pt x="2111" y="500"/>
                    <a:pt x="693" y="1949"/>
                    <a:pt x="378" y="3714"/>
                  </a:cubicBezTo>
                  <a:cubicBezTo>
                    <a:pt x="0" y="5698"/>
                    <a:pt x="1008" y="7652"/>
                    <a:pt x="2773" y="8565"/>
                  </a:cubicBezTo>
                  <a:lnTo>
                    <a:pt x="2773" y="10582"/>
                  </a:lnTo>
                  <a:cubicBezTo>
                    <a:pt x="2773" y="11716"/>
                    <a:pt x="3718" y="12661"/>
                    <a:pt x="4852" y="12661"/>
                  </a:cubicBezTo>
                  <a:cubicBezTo>
                    <a:pt x="5986" y="12661"/>
                    <a:pt x="6963" y="11716"/>
                    <a:pt x="6963" y="10582"/>
                  </a:cubicBezTo>
                  <a:lnTo>
                    <a:pt x="6963" y="8565"/>
                  </a:lnTo>
                  <a:cubicBezTo>
                    <a:pt x="8444" y="7778"/>
                    <a:pt x="9420" y="6234"/>
                    <a:pt x="9420" y="4501"/>
                  </a:cubicBezTo>
                  <a:cubicBezTo>
                    <a:pt x="9392" y="2000"/>
                    <a:pt x="7308" y="0"/>
                    <a:pt x="480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343;p106"/>
            <p:cNvSpPr/>
            <p:nvPr/>
          </p:nvSpPr>
          <p:spPr>
            <a:xfrm>
              <a:off x="-60255350" y="3844775"/>
              <a:ext cx="34675" cy="20500"/>
            </a:xfrm>
            <a:custGeom>
              <a:avLst/>
              <a:gdLst/>
              <a:ahLst/>
              <a:cxnLst/>
              <a:rect l="l" t="t" r="r" b="b"/>
              <a:pathLst>
                <a:path w="1387" h="820" extrusionOk="0">
                  <a:moveTo>
                    <a:pt x="379" y="0"/>
                  </a:moveTo>
                  <a:cubicBezTo>
                    <a:pt x="158" y="0"/>
                    <a:pt x="1" y="189"/>
                    <a:pt x="1" y="378"/>
                  </a:cubicBezTo>
                  <a:cubicBezTo>
                    <a:pt x="1" y="630"/>
                    <a:pt x="190" y="819"/>
                    <a:pt x="379" y="819"/>
                  </a:cubicBezTo>
                  <a:lnTo>
                    <a:pt x="946" y="819"/>
                  </a:lnTo>
                  <a:cubicBezTo>
                    <a:pt x="1166" y="819"/>
                    <a:pt x="1387" y="630"/>
                    <a:pt x="1387" y="378"/>
                  </a:cubicBezTo>
                  <a:cubicBezTo>
                    <a:pt x="1387" y="158"/>
                    <a:pt x="1166" y="0"/>
                    <a:pt x="94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106"/>
            <p:cNvSpPr/>
            <p:nvPr/>
          </p:nvSpPr>
          <p:spPr>
            <a:xfrm>
              <a:off x="-59974175" y="3844775"/>
              <a:ext cx="35475" cy="20500"/>
            </a:xfrm>
            <a:custGeom>
              <a:avLst/>
              <a:gdLst/>
              <a:ahLst/>
              <a:cxnLst/>
              <a:rect l="l" t="t" r="r" b="b"/>
              <a:pathLst>
                <a:path w="1419" h="820" extrusionOk="0">
                  <a:moveTo>
                    <a:pt x="442" y="0"/>
                  </a:moveTo>
                  <a:cubicBezTo>
                    <a:pt x="221" y="0"/>
                    <a:pt x="1" y="189"/>
                    <a:pt x="1" y="378"/>
                  </a:cubicBezTo>
                  <a:cubicBezTo>
                    <a:pt x="1" y="630"/>
                    <a:pt x="221" y="819"/>
                    <a:pt x="442" y="819"/>
                  </a:cubicBezTo>
                  <a:lnTo>
                    <a:pt x="1009" y="819"/>
                  </a:lnTo>
                  <a:cubicBezTo>
                    <a:pt x="1230" y="819"/>
                    <a:pt x="1387" y="630"/>
                    <a:pt x="1387" y="378"/>
                  </a:cubicBezTo>
                  <a:cubicBezTo>
                    <a:pt x="1419" y="158"/>
                    <a:pt x="1230" y="0"/>
                    <a:pt x="10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106"/>
            <p:cNvSpPr/>
            <p:nvPr/>
          </p:nvSpPr>
          <p:spPr>
            <a:xfrm>
              <a:off x="-60212825" y="3939475"/>
              <a:ext cx="32325" cy="30350"/>
            </a:xfrm>
            <a:custGeom>
              <a:avLst/>
              <a:gdLst/>
              <a:ahLst/>
              <a:cxnLst/>
              <a:rect l="l" t="t" r="r" b="b"/>
              <a:pathLst>
                <a:path w="1293" h="1214" extrusionOk="0">
                  <a:moveTo>
                    <a:pt x="836" y="1"/>
                  </a:moveTo>
                  <a:cubicBezTo>
                    <a:pt x="725" y="1"/>
                    <a:pt x="615" y="40"/>
                    <a:pt x="536" y="119"/>
                  </a:cubicBezTo>
                  <a:lnTo>
                    <a:pt x="158" y="497"/>
                  </a:lnTo>
                  <a:cubicBezTo>
                    <a:pt x="1" y="654"/>
                    <a:pt x="1" y="938"/>
                    <a:pt x="158" y="1096"/>
                  </a:cubicBezTo>
                  <a:cubicBezTo>
                    <a:pt x="237" y="1174"/>
                    <a:pt x="340" y="1214"/>
                    <a:pt x="442" y="1214"/>
                  </a:cubicBezTo>
                  <a:cubicBezTo>
                    <a:pt x="544" y="1214"/>
                    <a:pt x="647" y="1174"/>
                    <a:pt x="725" y="1096"/>
                  </a:cubicBezTo>
                  <a:lnTo>
                    <a:pt x="1135" y="686"/>
                  </a:lnTo>
                  <a:cubicBezTo>
                    <a:pt x="1293" y="528"/>
                    <a:pt x="1293" y="245"/>
                    <a:pt x="1135" y="119"/>
                  </a:cubicBezTo>
                  <a:cubicBezTo>
                    <a:pt x="1056" y="40"/>
                    <a:pt x="946" y="1"/>
                    <a:pt x="8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106"/>
            <p:cNvSpPr/>
            <p:nvPr/>
          </p:nvSpPr>
          <p:spPr>
            <a:xfrm>
              <a:off x="-60012750" y="3739425"/>
              <a:ext cx="32300" cy="30350"/>
            </a:xfrm>
            <a:custGeom>
              <a:avLst/>
              <a:gdLst/>
              <a:ahLst/>
              <a:cxnLst/>
              <a:rect l="l" t="t" r="r" b="b"/>
              <a:pathLst>
                <a:path w="1292" h="1214" extrusionOk="0">
                  <a:moveTo>
                    <a:pt x="835" y="1"/>
                  </a:moveTo>
                  <a:cubicBezTo>
                    <a:pt x="725" y="1"/>
                    <a:pt x="614" y="40"/>
                    <a:pt x="536" y="119"/>
                  </a:cubicBezTo>
                  <a:lnTo>
                    <a:pt x="126" y="497"/>
                  </a:lnTo>
                  <a:cubicBezTo>
                    <a:pt x="0" y="654"/>
                    <a:pt x="0" y="938"/>
                    <a:pt x="126" y="1095"/>
                  </a:cubicBezTo>
                  <a:cubicBezTo>
                    <a:pt x="205" y="1174"/>
                    <a:pt x="315" y="1213"/>
                    <a:pt x="425" y="1213"/>
                  </a:cubicBezTo>
                  <a:cubicBezTo>
                    <a:pt x="536" y="1213"/>
                    <a:pt x="646" y="1174"/>
                    <a:pt x="725" y="1095"/>
                  </a:cubicBezTo>
                  <a:lnTo>
                    <a:pt x="1134" y="686"/>
                  </a:lnTo>
                  <a:cubicBezTo>
                    <a:pt x="1292" y="560"/>
                    <a:pt x="1292" y="276"/>
                    <a:pt x="1134" y="119"/>
                  </a:cubicBezTo>
                  <a:cubicBezTo>
                    <a:pt x="1056" y="40"/>
                    <a:pt x="945" y="1"/>
                    <a:pt x="83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106"/>
            <p:cNvSpPr/>
            <p:nvPr/>
          </p:nvSpPr>
          <p:spPr>
            <a:xfrm>
              <a:off x="-60012750" y="3939475"/>
              <a:ext cx="32300" cy="30350"/>
            </a:xfrm>
            <a:custGeom>
              <a:avLst/>
              <a:gdLst/>
              <a:ahLst/>
              <a:cxnLst/>
              <a:rect l="l" t="t" r="r" b="b"/>
              <a:pathLst>
                <a:path w="1292" h="1214" extrusionOk="0">
                  <a:moveTo>
                    <a:pt x="425" y="1"/>
                  </a:moveTo>
                  <a:cubicBezTo>
                    <a:pt x="315" y="1"/>
                    <a:pt x="205" y="40"/>
                    <a:pt x="126" y="119"/>
                  </a:cubicBezTo>
                  <a:cubicBezTo>
                    <a:pt x="0" y="245"/>
                    <a:pt x="0" y="528"/>
                    <a:pt x="126" y="686"/>
                  </a:cubicBezTo>
                  <a:lnTo>
                    <a:pt x="536" y="1096"/>
                  </a:lnTo>
                  <a:cubicBezTo>
                    <a:pt x="614" y="1174"/>
                    <a:pt x="725" y="1214"/>
                    <a:pt x="835" y="1214"/>
                  </a:cubicBezTo>
                  <a:cubicBezTo>
                    <a:pt x="945" y="1214"/>
                    <a:pt x="1056" y="1174"/>
                    <a:pt x="1134" y="1096"/>
                  </a:cubicBezTo>
                  <a:cubicBezTo>
                    <a:pt x="1292" y="938"/>
                    <a:pt x="1292" y="654"/>
                    <a:pt x="1134" y="497"/>
                  </a:cubicBezTo>
                  <a:lnTo>
                    <a:pt x="725" y="119"/>
                  </a:lnTo>
                  <a:cubicBezTo>
                    <a:pt x="646" y="40"/>
                    <a:pt x="536" y="1"/>
                    <a:pt x="42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106"/>
            <p:cNvSpPr/>
            <p:nvPr/>
          </p:nvSpPr>
          <p:spPr>
            <a:xfrm>
              <a:off x="-60212825" y="3739425"/>
              <a:ext cx="32325" cy="30350"/>
            </a:xfrm>
            <a:custGeom>
              <a:avLst/>
              <a:gdLst/>
              <a:ahLst/>
              <a:cxnLst/>
              <a:rect l="l" t="t" r="r" b="b"/>
              <a:pathLst>
                <a:path w="1293" h="1214" extrusionOk="0">
                  <a:moveTo>
                    <a:pt x="442" y="1"/>
                  </a:moveTo>
                  <a:cubicBezTo>
                    <a:pt x="340" y="1"/>
                    <a:pt x="237" y="40"/>
                    <a:pt x="158" y="119"/>
                  </a:cubicBezTo>
                  <a:cubicBezTo>
                    <a:pt x="1" y="276"/>
                    <a:pt x="1" y="560"/>
                    <a:pt x="158" y="686"/>
                  </a:cubicBezTo>
                  <a:lnTo>
                    <a:pt x="536" y="1095"/>
                  </a:lnTo>
                  <a:cubicBezTo>
                    <a:pt x="615" y="1174"/>
                    <a:pt x="725" y="1213"/>
                    <a:pt x="836" y="1213"/>
                  </a:cubicBezTo>
                  <a:cubicBezTo>
                    <a:pt x="946" y="1213"/>
                    <a:pt x="1056" y="1174"/>
                    <a:pt x="1135" y="1095"/>
                  </a:cubicBezTo>
                  <a:cubicBezTo>
                    <a:pt x="1293" y="938"/>
                    <a:pt x="1293" y="654"/>
                    <a:pt x="1135" y="497"/>
                  </a:cubicBezTo>
                  <a:lnTo>
                    <a:pt x="725" y="119"/>
                  </a:lnTo>
                  <a:cubicBezTo>
                    <a:pt x="647" y="40"/>
                    <a:pt x="544" y="1"/>
                    <a:pt x="44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49" name="Google Shape;1349;p106"/>
          <p:cNvGrpSpPr/>
          <p:nvPr/>
        </p:nvGrpSpPr>
        <p:grpSpPr>
          <a:xfrm>
            <a:off x="3101627" y="1776206"/>
            <a:ext cx="369112" cy="364657"/>
            <a:chOff x="-59869425" y="4102225"/>
            <a:chExt cx="319025" cy="315175"/>
          </a:xfrm>
        </p:grpSpPr>
        <p:sp>
          <p:nvSpPr>
            <p:cNvPr id="1350" name="Google Shape;1350;p106"/>
            <p:cNvSpPr/>
            <p:nvPr/>
          </p:nvSpPr>
          <p:spPr>
            <a:xfrm>
              <a:off x="-59869425" y="4102225"/>
              <a:ext cx="149675" cy="256825"/>
            </a:xfrm>
            <a:custGeom>
              <a:avLst/>
              <a:gdLst/>
              <a:ahLst/>
              <a:cxnLst/>
              <a:rect l="l" t="t" r="r" b="b"/>
              <a:pathLst>
                <a:path w="5987" h="10273" extrusionOk="0">
                  <a:moveTo>
                    <a:pt x="5532" y="1"/>
                  </a:moveTo>
                  <a:cubicBezTo>
                    <a:pt x="5515" y="1"/>
                    <a:pt x="5499" y="2"/>
                    <a:pt x="5483" y="4"/>
                  </a:cubicBezTo>
                  <a:cubicBezTo>
                    <a:pt x="2364" y="445"/>
                    <a:pt x="1" y="3123"/>
                    <a:pt x="1" y="6274"/>
                  </a:cubicBezTo>
                  <a:cubicBezTo>
                    <a:pt x="1" y="7692"/>
                    <a:pt x="442" y="8983"/>
                    <a:pt x="1293" y="10086"/>
                  </a:cubicBezTo>
                  <a:cubicBezTo>
                    <a:pt x="1381" y="10209"/>
                    <a:pt x="1507" y="10273"/>
                    <a:pt x="1635" y="10273"/>
                  </a:cubicBezTo>
                  <a:cubicBezTo>
                    <a:pt x="1737" y="10273"/>
                    <a:pt x="1839" y="10233"/>
                    <a:pt x="1923" y="10149"/>
                  </a:cubicBezTo>
                  <a:lnTo>
                    <a:pt x="3719" y="8353"/>
                  </a:lnTo>
                  <a:cubicBezTo>
                    <a:pt x="3813" y="8259"/>
                    <a:pt x="3845" y="8007"/>
                    <a:pt x="3782" y="7849"/>
                  </a:cubicBezTo>
                  <a:cubicBezTo>
                    <a:pt x="3498" y="7376"/>
                    <a:pt x="3341" y="6809"/>
                    <a:pt x="3341" y="6274"/>
                  </a:cubicBezTo>
                  <a:cubicBezTo>
                    <a:pt x="3341" y="4888"/>
                    <a:pt x="4286" y="3659"/>
                    <a:pt x="5672" y="3312"/>
                  </a:cubicBezTo>
                  <a:cubicBezTo>
                    <a:pt x="5861" y="3281"/>
                    <a:pt x="5987" y="3123"/>
                    <a:pt x="5987" y="2934"/>
                  </a:cubicBezTo>
                  <a:lnTo>
                    <a:pt x="5987" y="414"/>
                  </a:lnTo>
                  <a:cubicBezTo>
                    <a:pt x="5958" y="180"/>
                    <a:pt x="5739" y="1"/>
                    <a:pt x="553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106"/>
            <p:cNvSpPr/>
            <p:nvPr/>
          </p:nvSpPr>
          <p:spPr>
            <a:xfrm>
              <a:off x="-59811125" y="4322075"/>
              <a:ext cx="201650" cy="95325"/>
            </a:xfrm>
            <a:custGeom>
              <a:avLst/>
              <a:gdLst/>
              <a:ahLst/>
              <a:cxnLst/>
              <a:rect l="l" t="t" r="r" b="b"/>
              <a:pathLst>
                <a:path w="8066" h="3813" extrusionOk="0">
                  <a:moveTo>
                    <a:pt x="5758" y="0"/>
                  </a:moveTo>
                  <a:cubicBezTo>
                    <a:pt x="5692" y="0"/>
                    <a:pt x="5629" y="11"/>
                    <a:pt x="5577" y="32"/>
                  </a:cubicBezTo>
                  <a:cubicBezTo>
                    <a:pt x="5091" y="339"/>
                    <a:pt x="4530" y="489"/>
                    <a:pt x="3972" y="489"/>
                  </a:cubicBezTo>
                  <a:cubicBezTo>
                    <a:pt x="3444" y="489"/>
                    <a:pt x="2917" y="355"/>
                    <a:pt x="2458" y="95"/>
                  </a:cubicBezTo>
                  <a:cubicBezTo>
                    <a:pt x="2389" y="53"/>
                    <a:pt x="2314" y="30"/>
                    <a:pt x="2239" y="30"/>
                  </a:cubicBezTo>
                  <a:cubicBezTo>
                    <a:pt x="2141" y="30"/>
                    <a:pt x="2042" y="69"/>
                    <a:pt x="1954" y="158"/>
                  </a:cubicBezTo>
                  <a:lnTo>
                    <a:pt x="189" y="1922"/>
                  </a:lnTo>
                  <a:cubicBezTo>
                    <a:pt x="0" y="2143"/>
                    <a:pt x="32" y="2395"/>
                    <a:pt x="221" y="2552"/>
                  </a:cubicBezTo>
                  <a:cubicBezTo>
                    <a:pt x="1324" y="3403"/>
                    <a:pt x="2615" y="3812"/>
                    <a:pt x="4001" y="3812"/>
                  </a:cubicBezTo>
                  <a:cubicBezTo>
                    <a:pt x="5388" y="3812"/>
                    <a:pt x="6711" y="3403"/>
                    <a:pt x="7814" y="2521"/>
                  </a:cubicBezTo>
                  <a:cubicBezTo>
                    <a:pt x="8034" y="2363"/>
                    <a:pt x="8066" y="2080"/>
                    <a:pt x="7877" y="1890"/>
                  </a:cubicBezTo>
                  <a:lnTo>
                    <a:pt x="6112" y="126"/>
                  </a:lnTo>
                  <a:cubicBezTo>
                    <a:pt x="6028" y="42"/>
                    <a:pt x="5888" y="0"/>
                    <a:pt x="57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106"/>
            <p:cNvSpPr/>
            <p:nvPr/>
          </p:nvSpPr>
          <p:spPr>
            <a:xfrm>
              <a:off x="-59700075" y="4102225"/>
              <a:ext cx="149675" cy="256525"/>
            </a:xfrm>
            <a:custGeom>
              <a:avLst/>
              <a:gdLst/>
              <a:ahLst/>
              <a:cxnLst/>
              <a:rect l="l" t="t" r="r" b="b"/>
              <a:pathLst>
                <a:path w="5987" h="10261" extrusionOk="0">
                  <a:moveTo>
                    <a:pt x="418" y="1"/>
                  </a:moveTo>
                  <a:cubicBezTo>
                    <a:pt x="190" y="1"/>
                    <a:pt x="1" y="180"/>
                    <a:pt x="1" y="414"/>
                  </a:cubicBezTo>
                  <a:lnTo>
                    <a:pt x="1" y="2934"/>
                  </a:lnTo>
                  <a:cubicBezTo>
                    <a:pt x="1" y="3123"/>
                    <a:pt x="127" y="3281"/>
                    <a:pt x="316" y="3312"/>
                  </a:cubicBezTo>
                  <a:cubicBezTo>
                    <a:pt x="1639" y="3659"/>
                    <a:pt x="2647" y="4856"/>
                    <a:pt x="2647" y="6274"/>
                  </a:cubicBezTo>
                  <a:cubicBezTo>
                    <a:pt x="2647" y="6809"/>
                    <a:pt x="2489" y="7376"/>
                    <a:pt x="2206" y="7849"/>
                  </a:cubicBezTo>
                  <a:cubicBezTo>
                    <a:pt x="2080" y="8007"/>
                    <a:pt x="2111" y="8196"/>
                    <a:pt x="2269" y="8353"/>
                  </a:cubicBezTo>
                  <a:lnTo>
                    <a:pt x="4065" y="10149"/>
                  </a:lnTo>
                  <a:cubicBezTo>
                    <a:pt x="4137" y="10221"/>
                    <a:pt x="4242" y="10260"/>
                    <a:pt x="4350" y="10260"/>
                  </a:cubicBezTo>
                  <a:cubicBezTo>
                    <a:pt x="4478" y="10260"/>
                    <a:pt x="4609" y="10205"/>
                    <a:pt x="4695" y="10086"/>
                  </a:cubicBezTo>
                  <a:cubicBezTo>
                    <a:pt x="5514" y="8983"/>
                    <a:pt x="5987" y="7660"/>
                    <a:pt x="5987" y="6274"/>
                  </a:cubicBezTo>
                  <a:cubicBezTo>
                    <a:pt x="5892" y="3123"/>
                    <a:pt x="3592" y="445"/>
                    <a:pt x="473" y="4"/>
                  </a:cubicBezTo>
                  <a:cubicBezTo>
                    <a:pt x="455" y="2"/>
                    <a:pt x="436" y="1"/>
                    <a:pt x="4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106"/>
            <p:cNvSpPr/>
            <p:nvPr/>
          </p:nvSpPr>
          <p:spPr>
            <a:xfrm>
              <a:off x="-59742600" y="4187375"/>
              <a:ext cx="63025" cy="144950"/>
            </a:xfrm>
            <a:custGeom>
              <a:avLst/>
              <a:gdLst/>
              <a:ahLst/>
              <a:cxnLst/>
              <a:rect l="l" t="t" r="r" b="b"/>
              <a:pathLst>
                <a:path w="2521" h="5798" extrusionOk="0">
                  <a:moveTo>
                    <a:pt x="1260" y="1"/>
                  </a:moveTo>
                  <a:cubicBezTo>
                    <a:pt x="1040" y="1"/>
                    <a:pt x="819" y="190"/>
                    <a:pt x="819" y="379"/>
                  </a:cubicBezTo>
                  <a:lnTo>
                    <a:pt x="819" y="662"/>
                  </a:lnTo>
                  <a:cubicBezTo>
                    <a:pt x="347" y="820"/>
                    <a:pt x="0" y="1293"/>
                    <a:pt x="0" y="1860"/>
                  </a:cubicBezTo>
                  <a:cubicBezTo>
                    <a:pt x="0" y="2521"/>
                    <a:pt x="567" y="2899"/>
                    <a:pt x="977" y="3214"/>
                  </a:cubicBezTo>
                  <a:cubicBezTo>
                    <a:pt x="1292" y="3466"/>
                    <a:pt x="1670" y="3687"/>
                    <a:pt x="1670" y="3939"/>
                  </a:cubicBezTo>
                  <a:cubicBezTo>
                    <a:pt x="1670" y="4160"/>
                    <a:pt x="1450" y="4380"/>
                    <a:pt x="1260" y="4380"/>
                  </a:cubicBezTo>
                  <a:cubicBezTo>
                    <a:pt x="1071" y="4380"/>
                    <a:pt x="819" y="4160"/>
                    <a:pt x="819" y="3939"/>
                  </a:cubicBezTo>
                  <a:cubicBezTo>
                    <a:pt x="819" y="3687"/>
                    <a:pt x="630" y="3529"/>
                    <a:pt x="441" y="3529"/>
                  </a:cubicBezTo>
                  <a:cubicBezTo>
                    <a:pt x="252" y="3529"/>
                    <a:pt x="32" y="3750"/>
                    <a:pt x="32" y="3939"/>
                  </a:cubicBezTo>
                  <a:cubicBezTo>
                    <a:pt x="32" y="4475"/>
                    <a:pt x="410" y="4916"/>
                    <a:pt x="882" y="5105"/>
                  </a:cubicBezTo>
                  <a:lnTo>
                    <a:pt x="882" y="5388"/>
                  </a:lnTo>
                  <a:cubicBezTo>
                    <a:pt x="882" y="5640"/>
                    <a:pt x="1071" y="5798"/>
                    <a:pt x="1292" y="5798"/>
                  </a:cubicBezTo>
                  <a:cubicBezTo>
                    <a:pt x="1544" y="5798"/>
                    <a:pt x="1702" y="5577"/>
                    <a:pt x="1702" y="5388"/>
                  </a:cubicBezTo>
                  <a:lnTo>
                    <a:pt x="1702" y="5073"/>
                  </a:lnTo>
                  <a:cubicBezTo>
                    <a:pt x="2174" y="4916"/>
                    <a:pt x="2521" y="4443"/>
                    <a:pt x="2521" y="3907"/>
                  </a:cubicBezTo>
                  <a:cubicBezTo>
                    <a:pt x="2521" y="3214"/>
                    <a:pt x="1985" y="2836"/>
                    <a:pt x="1544" y="2521"/>
                  </a:cubicBezTo>
                  <a:cubicBezTo>
                    <a:pt x="1229" y="2269"/>
                    <a:pt x="882" y="2049"/>
                    <a:pt x="882" y="1797"/>
                  </a:cubicBezTo>
                  <a:cubicBezTo>
                    <a:pt x="882" y="1576"/>
                    <a:pt x="1071" y="1419"/>
                    <a:pt x="1292" y="1419"/>
                  </a:cubicBezTo>
                  <a:cubicBezTo>
                    <a:pt x="1544" y="1419"/>
                    <a:pt x="1702" y="1608"/>
                    <a:pt x="1702" y="1797"/>
                  </a:cubicBezTo>
                  <a:cubicBezTo>
                    <a:pt x="1702" y="2049"/>
                    <a:pt x="1891" y="2238"/>
                    <a:pt x="2143" y="2238"/>
                  </a:cubicBezTo>
                  <a:cubicBezTo>
                    <a:pt x="2363" y="2238"/>
                    <a:pt x="2521" y="2049"/>
                    <a:pt x="2521" y="1797"/>
                  </a:cubicBezTo>
                  <a:cubicBezTo>
                    <a:pt x="2521" y="1261"/>
                    <a:pt x="2174" y="820"/>
                    <a:pt x="1702" y="631"/>
                  </a:cubicBezTo>
                  <a:lnTo>
                    <a:pt x="1702" y="347"/>
                  </a:lnTo>
                  <a:cubicBezTo>
                    <a:pt x="1702" y="158"/>
                    <a:pt x="1513" y="1"/>
                    <a:pt x="126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56" name="Google Shape;1356;p106"/>
          <p:cNvSpPr/>
          <p:nvPr/>
        </p:nvSpPr>
        <p:spPr>
          <a:xfrm>
            <a:off x="2916310" y="665747"/>
            <a:ext cx="752400" cy="752400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5" name="Google Shape;1355;p106"/>
          <p:cNvSpPr/>
          <p:nvPr/>
        </p:nvSpPr>
        <p:spPr>
          <a:xfrm>
            <a:off x="2877567" y="1582335"/>
            <a:ext cx="752400" cy="752400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7" name="Google Shape;1357;p106"/>
          <p:cNvSpPr/>
          <p:nvPr/>
        </p:nvSpPr>
        <p:spPr>
          <a:xfrm>
            <a:off x="2916311" y="3755031"/>
            <a:ext cx="752400" cy="752400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358" name="Google Shape;1358;p106"/>
          <p:cNvCxnSpPr>
            <a:cxnSpLocks/>
            <a:stCxn id="1329" idx="0"/>
            <a:endCxn id="1356" idx="1"/>
          </p:cNvCxnSpPr>
          <p:nvPr/>
        </p:nvCxnSpPr>
        <p:spPr>
          <a:xfrm rot="5400000" flipH="1" flipV="1">
            <a:off x="1616706" y="904471"/>
            <a:ext cx="1162128" cy="1437080"/>
          </a:xfrm>
          <a:prstGeom prst="bentConnector2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59" name="Google Shape;1359;p106"/>
          <p:cNvCxnSpPr>
            <a:stCxn id="1329" idx="2"/>
            <a:endCxn id="1357" idx="1"/>
          </p:cNvCxnSpPr>
          <p:nvPr/>
        </p:nvCxnSpPr>
        <p:spPr>
          <a:xfrm rot="16200000" flipH="1">
            <a:off x="1610392" y="2825312"/>
            <a:ext cx="1174756" cy="1437081"/>
          </a:xfrm>
          <a:prstGeom prst="bentConnector2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60" name="Google Shape;1360;p106"/>
          <p:cNvSpPr/>
          <p:nvPr/>
        </p:nvSpPr>
        <p:spPr>
          <a:xfrm>
            <a:off x="6629697" y="2204074"/>
            <a:ext cx="1627800" cy="752400"/>
          </a:xfrm>
          <a:prstGeom prst="roundRect">
            <a:avLst>
              <a:gd name="adj" fmla="val 0"/>
            </a:avLst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1" name="Google Shape;1361;p106"/>
          <p:cNvSpPr txBox="1">
            <a:spLocks noGrp="1"/>
          </p:cNvSpPr>
          <p:nvPr>
            <p:ph type="title" idx="4294967295"/>
          </p:nvPr>
        </p:nvSpPr>
        <p:spPr>
          <a:xfrm>
            <a:off x="6629697" y="2293803"/>
            <a:ext cx="162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Downtime</a:t>
            </a:r>
            <a:endParaRPr sz="2400" dirty="0"/>
          </a:p>
        </p:txBody>
      </p:sp>
      <p:cxnSp>
        <p:nvCxnSpPr>
          <p:cNvPr id="1362" name="Google Shape;1362;p106"/>
          <p:cNvCxnSpPr>
            <a:stCxn id="1330" idx="3"/>
            <a:endCxn id="1360" idx="0"/>
          </p:cNvCxnSpPr>
          <p:nvPr/>
        </p:nvCxnSpPr>
        <p:spPr>
          <a:xfrm>
            <a:off x="6450843" y="1019224"/>
            <a:ext cx="992754" cy="1184850"/>
          </a:xfrm>
          <a:prstGeom prst="bentConnector2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3" name="Google Shape;1363;p106"/>
          <p:cNvCxnSpPr>
            <a:cxnSpLocks/>
            <a:endCxn id="1360" idx="2"/>
          </p:cNvCxnSpPr>
          <p:nvPr/>
        </p:nvCxnSpPr>
        <p:spPr>
          <a:xfrm flipV="1">
            <a:off x="6480630" y="2956474"/>
            <a:ext cx="962967" cy="1359531"/>
          </a:xfrm>
          <a:prstGeom prst="bentConnector2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" name="Google Shape;1746;p124">
            <a:extLst>
              <a:ext uri="{FF2B5EF4-FFF2-40B4-BE49-F238E27FC236}">
                <a16:creationId xmlns:a16="http://schemas.microsoft.com/office/drawing/2014/main" id="{7A419B0F-8823-D7B7-38B6-EC31FE1E3773}"/>
              </a:ext>
            </a:extLst>
          </p:cNvPr>
          <p:cNvGrpSpPr/>
          <p:nvPr/>
        </p:nvGrpSpPr>
        <p:grpSpPr>
          <a:xfrm>
            <a:off x="3125942" y="858634"/>
            <a:ext cx="307151" cy="323864"/>
            <a:chOff x="2343222" y="2246064"/>
            <a:chExt cx="307151" cy="323864"/>
          </a:xfrm>
        </p:grpSpPr>
        <p:sp>
          <p:nvSpPr>
            <p:cNvPr id="3" name="Google Shape;1747;p124">
              <a:extLst>
                <a:ext uri="{FF2B5EF4-FFF2-40B4-BE49-F238E27FC236}">
                  <a16:creationId xmlns:a16="http://schemas.microsoft.com/office/drawing/2014/main" id="{C9D2502C-BA46-B085-6E65-878D1E3AC0C8}"/>
                </a:ext>
              </a:extLst>
            </p:cNvPr>
            <p:cNvSpPr/>
            <p:nvPr/>
          </p:nvSpPr>
          <p:spPr>
            <a:xfrm>
              <a:off x="2589354" y="2340097"/>
              <a:ext cx="61019" cy="133115"/>
            </a:xfrm>
            <a:custGeom>
              <a:avLst/>
              <a:gdLst/>
              <a:ahLst/>
              <a:cxnLst/>
              <a:rect l="l" t="t" r="r" b="b"/>
              <a:pathLst>
                <a:path w="3118" h="6802" extrusionOk="0">
                  <a:moveTo>
                    <a:pt x="1559" y="1"/>
                  </a:moveTo>
                  <a:cubicBezTo>
                    <a:pt x="1265" y="1"/>
                    <a:pt x="1030" y="265"/>
                    <a:pt x="1079" y="560"/>
                  </a:cubicBezTo>
                  <a:lnTo>
                    <a:pt x="1079" y="1128"/>
                  </a:lnTo>
                  <a:cubicBezTo>
                    <a:pt x="402" y="1363"/>
                    <a:pt x="0" y="2050"/>
                    <a:pt x="128" y="2746"/>
                  </a:cubicBezTo>
                  <a:cubicBezTo>
                    <a:pt x="244" y="3445"/>
                    <a:pt x="842" y="3952"/>
                    <a:pt x="1549" y="3952"/>
                  </a:cubicBezTo>
                  <a:cubicBezTo>
                    <a:pt x="1555" y="3952"/>
                    <a:pt x="1562" y="3951"/>
                    <a:pt x="1569" y="3951"/>
                  </a:cubicBezTo>
                  <a:cubicBezTo>
                    <a:pt x="2000" y="3951"/>
                    <a:pt x="2226" y="4481"/>
                    <a:pt x="1912" y="4785"/>
                  </a:cubicBezTo>
                  <a:cubicBezTo>
                    <a:pt x="1813" y="4887"/>
                    <a:pt x="1689" y="4933"/>
                    <a:pt x="1568" y="4933"/>
                  </a:cubicBezTo>
                  <a:cubicBezTo>
                    <a:pt x="1319" y="4933"/>
                    <a:pt x="1079" y="4738"/>
                    <a:pt x="1079" y="4442"/>
                  </a:cubicBezTo>
                  <a:cubicBezTo>
                    <a:pt x="1118" y="4147"/>
                    <a:pt x="892" y="3883"/>
                    <a:pt x="589" y="3883"/>
                  </a:cubicBezTo>
                  <a:cubicBezTo>
                    <a:pt x="294" y="3883"/>
                    <a:pt x="59" y="4147"/>
                    <a:pt x="108" y="4442"/>
                  </a:cubicBezTo>
                  <a:cubicBezTo>
                    <a:pt x="108" y="5059"/>
                    <a:pt x="500" y="5608"/>
                    <a:pt x="1079" y="5814"/>
                  </a:cubicBezTo>
                  <a:lnTo>
                    <a:pt x="1079" y="6383"/>
                  </a:lnTo>
                  <a:cubicBezTo>
                    <a:pt x="1118" y="6662"/>
                    <a:pt x="1339" y="6802"/>
                    <a:pt x="1560" y="6802"/>
                  </a:cubicBezTo>
                  <a:cubicBezTo>
                    <a:pt x="1782" y="6802"/>
                    <a:pt x="2005" y="6662"/>
                    <a:pt x="2049" y="6383"/>
                  </a:cubicBezTo>
                  <a:lnTo>
                    <a:pt x="2049" y="5814"/>
                  </a:lnTo>
                  <a:cubicBezTo>
                    <a:pt x="2716" y="5579"/>
                    <a:pt x="3118" y="4892"/>
                    <a:pt x="3000" y="4196"/>
                  </a:cubicBezTo>
                  <a:cubicBezTo>
                    <a:pt x="2873" y="3500"/>
                    <a:pt x="2275" y="2991"/>
                    <a:pt x="1559" y="2991"/>
                  </a:cubicBezTo>
                  <a:lnTo>
                    <a:pt x="1559" y="2981"/>
                  </a:lnTo>
                  <a:cubicBezTo>
                    <a:pt x="1555" y="2981"/>
                    <a:pt x="1551" y="2981"/>
                    <a:pt x="1547" y="2981"/>
                  </a:cubicBezTo>
                  <a:cubicBezTo>
                    <a:pt x="1114" y="2981"/>
                    <a:pt x="905" y="2458"/>
                    <a:pt x="1206" y="2148"/>
                  </a:cubicBezTo>
                  <a:cubicBezTo>
                    <a:pt x="1307" y="2047"/>
                    <a:pt x="1431" y="2001"/>
                    <a:pt x="1551" y="2001"/>
                  </a:cubicBezTo>
                  <a:cubicBezTo>
                    <a:pt x="1806" y="2001"/>
                    <a:pt x="2049" y="2201"/>
                    <a:pt x="2049" y="2501"/>
                  </a:cubicBezTo>
                  <a:cubicBezTo>
                    <a:pt x="2088" y="2780"/>
                    <a:pt x="2309" y="2920"/>
                    <a:pt x="2531" y="2920"/>
                  </a:cubicBezTo>
                  <a:cubicBezTo>
                    <a:pt x="2753" y="2920"/>
                    <a:pt x="2976" y="2780"/>
                    <a:pt x="3020" y="2501"/>
                  </a:cubicBezTo>
                  <a:cubicBezTo>
                    <a:pt x="3010" y="1883"/>
                    <a:pt x="2628" y="1334"/>
                    <a:pt x="2049" y="1128"/>
                  </a:cubicBezTo>
                  <a:lnTo>
                    <a:pt x="2049" y="560"/>
                  </a:lnTo>
                  <a:cubicBezTo>
                    <a:pt x="2088" y="265"/>
                    <a:pt x="1863" y="1"/>
                    <a:pt x="15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1748;p124">
              <a:extLst>
                <a:ext uri="{FF2B5EF4-FFF2-40B4-BE49-F238E27FC236}">
                  <a16:creationId xmlns:a16="http://schemas.microsoft.com/office/drawing/2014/main" id="{2303E041-9D9E-F398-61EC-2460802B5455}"/>
                </a:ext>
              </a:extLst>
            </p:cNvPr>
            <p:cNvSpPr/>
            <p:nvPr/>
          </p:nvSpPr>
          <p:spPr>
            <a:xfrm>
              <a:off x="2493050" y="2303462"/>
              <a:ext cx="22466" cy="19296"/>
            </a:xfrm>
            <a:custGeom>
              <a:avLst/>
              <a:gdLst/>
              <a:ahLst/>
              <a:cxnLst/>
              <a:rect l="l" t="t" r="r" b="b"/>
              <a:pathLst>
                <a:path w="1148" h="986" extrusionOk="0">
                  <a:moveTo>
                    <a:pt x="667" y="0"/>
                  </a:moveTo>
                  <a:cubicBezTo>
                    <a:pt x="226" y="0"/>
                    <a:pt x="0" y="530"/>
                    <a:pt x="314" y="843"/>
                  </a:cubicBezTo>
                  <a:cubicBezTo>
                    <a:pt x="412" y="941"/>
                    <a:pt x="533" y="985"/>
                    <a:pt x="652" y="985"/>
                  </a:cubicBezTo>
                  <a:cubicBezTo>
                    <a:pt x="904" y="985"/>
                    <a:pt x="1147" y="790"/>
                    <a:pt x="1147" y="491"/>
                  </a:cubicBezTo>
                  <a:cubicBezTo>
                    <a:pt x="1147" y="226"/>
                    <a:pt x="932" y="10"/>
                    <a:pt x="6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1749;p124">
              <a:extLst>
                <a:ext uri="{FF2B5EF4-FFF2-40B4-BE49-F238E27FC236}">
                  <a16:creationId xmlns:a16="http://schemas.microsoft.com/office/drawing/2014/main" id="{C4A105F7-F467-AB78-5EB9-6780A48E3E09}"/>
                </a:ext>
              </a:extLst>
            </p:cNvPr>
            <p:cNvSpPr/>
            <p:nvPr/>
          </p:nvSpPr>
          <p:spPr>
            <a:xfrm>
              <a:off x="2343222" y="2246064"/>
              <a:ext cx="278188" cy="323864"/>
            </a:xfrm>
            <a:custGeom>
              <a:avLst/>
              <a:gdLst/>
              <a:ahLst/>
              <a:cxnLst/>
              <a:rect l="l" t="t" r="r" b="b"/>
              <a:pathLst>
                <a:path w="14215" h="16549" extrusionOk="0">
                  <a:moveTo>
                    <a:pt x="8338" y="1968"/>
                  </a:moveTo>
                  <a:cubicBezTo>
                    <a:pt x="8695" y="1968"/>
                    <a:pt x="9058" y="2100"/>
                    <a:pt x="9352" y="2394"/>
                  </a:cubicBezTo>
                  <a:cubicBezTo>
                    <a:pt x="10274" y="3316"/>
                    <a:pt x="9617" y="4884"/>
                    <a:pt x="8323" y="4884"/>
                  </a:cubicBezTo>
                  <a:cubicBezTo>
                    <a:pt x="7519" y="4884"/>
                    <a:pt x="6872" y="4227"/>
                    <a:pt x="6872" y="3424"/>
                  </a:cubicBezTo>
                  <a:cubicBezTo>
                    <a:pt x="6872" y="2547"/>
                    <a:pt x="7591" y="1968"/>
                    <a:pt x="8338" y="1968"/>
                  </a:cubicBezTo>
                  <a:close/>
                  <a:moveTo>
                    <a:pt x="8270" y="1"/>
                  </a:moveTo>
                  <a:cubicBezTo>
                    <a:pt x="7177" y="1"/>
                    <a:pt x="6076" y="216"/>
                    <a:pt x="5029" y="659"/>
                  </a:cubicBezTo>
                  <a:cubicBezTo>
                    <a:pt x="1980" y="1963"/>
                    <a:pt x="0" y="4963"/>
                    <a:pt x="0" y="8276"/>
                  </a:cubicBezTo>
                  <a:cubicBezTo>
                    <a:pt x="0" y="11589"/>
                    <a:pt x="1980" y="14589"/>
                    <a:pt x="5029" y="15883"/>
                  </a:cubicBezTo>
                  <a:cubicBezTo>
                    <a:pt x="6078" y="16330"/>
                    <a:pt x="7183" y="16548"/>
                    <a:pt x="8278" y="16548"/>
                  </a:cubicBezTo>
                  <a:cubicBezTo>
                    <a:pt x="10375" y="16548"/>
                    <a:pt x="12437" y="15750"/>
                    <a:pt x="14009" y="14236"/>
                  </a:cubicBezTo>
                  <a:cubicBezTo>
                    <a:pt x="14215" y="14040"/>
                    <a:pt x="14205" y="13717"/>
                    <a:pt x="13999" y="13530"/>
                  </a:cubicBezTo>
                  <a:lnTo>
                    <a:pt x="8088" y="8276"/>
                  </a:lnTo>
                  <a:lnTo>
                    <a:pt x="13999" y="3022"/>
                  </a:lnTo>
                  <a:cubicBezTo>
                    <a:pt x="14205" y="2835"/>
                    <a:pt x="14215" y="2502"/>
                    <a:pt x="14009" y="2306"/>
                  </a:cubicBezTo>
                  <a:cubicBezTo>
                    <a:pt x="12435" y="797"/>
                    <a:pt x="10370" y="1"/>
                    <a:pt x="82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8" name="Google Shape;1358;p106">
            <a:extLst>
              <a:ext uri="{FF2B5EF4-FFF2-40B4-BE49-F238E27FC236}">
                <a16:creationId xmlns:a16="http://schemas.microsoft.com/office/drawing/2014/main" id="{52E58911-F9E6-02B7-F158-3649A386BB1F}"/>
              </a:ext>
            </a:extLst>
          </p:cNvPr>
          <p:cNvCxnSpPr>
            <a:cxnSpLocks/>
            <a:stCxn id="1329" idx="3"/>
            <a:endCxn id="1355" idx="1"/>
          </p:cNvCxnSpPr>
          <p:nvPr/>
        </p:nvCxnSpPr>
        <p:spPr>
          <a:xfrm flipV="1">
            <a:off x="2293130" y="1958535"/>
            <a:ext cx="584437" cy="621740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" name="Google Shape;1359;p106">
            <a:extLst>
              <a:ext uri="{FF2B5EF4-FFF2-40B4-BE49-F238E27FC236}">
                <a16:creationId xmlns:a16="http://schemas.microsoft.com/office/drawing/2014/main" id="{C5EA2523-26C4-5F27-585D-44B307D05D2E}"/>
              </a:ext>
            </a:extLst>
          </p:cNvPr>
          <p:cNvCxnSpPr>
            <a:cxnSpLocks/>
            <a:stCxn id="1329" idx="3"/>
            <a:endCxn id="32" idx="1"/>
          </p:cNvCxnSpPr>
          <p:nvPr/>
        </p:nvCxnSpPr>
        <p:spPr>
          <a:xfrm>
            <a:off x="2293130" y="2580275"/>
            <a:ext cx="584437" cy="543492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" name="Google Shape;1355;p106">
            <a:extLst>
              <a:ext uri="{FF2B5EF4-FFF2-40B4-BE49-F238E27FC236}">
                <a16:creationId xmlns:a16="http://schemas.microsoft.com/office/drawing/2014/main" id="{35226500-4390-DF96-4A8B-5083BDD4CF31}"/>
              </a:ext>
            </a:extLst>
          </p:cNvPr>
          <p:cNvSpPr/>
          <p:nvPr/>
        </p:nvSpPr>
        <p:spPr>
          <a:xfrm>
            <a:off x="2877567" y="2747567"/>
            <a:ext cx="752400" cy="752400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1334;p106">
            <a:extLst>
              <a:ext uri="{FF2B5EF4-FFF2-40B4-BE49-F238E27FC236}">
                <a16:creationId xmlns:a16="http://schemas.microsoft.com/office/drawing/2014/main" id="{B99C609A-7725-5302-F529-6459C2CBFB93}"/>
              </a:ext>
            </a:extLst>
          </p:cNvPr>
          <p:cNvSpPr txBox="1">
            <a:spLocks/>
          </p:cNvSpPr>
          <p:nvPr/>
        </p:nvSpPr>
        <p:spPr>
          <a:xfrm>
            <a:off x="3691468" y="2813350"/>
            <a:ext cx="2690100" cy="4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Vidaloka"/>
              <a:buNone/>
              <a:defRPr sz="3000" b="0" i="0" u="none" strike="noStrike" cap="none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400" dirty="0">
                <a:solidFill>
                  <a:schemeClr val="accent1"/>
                </a:solidFill>
              </a:rPr>
              <a:t>Production Line</a:t>
            </a:r>
          </a:p>
        </p:txBody>
      </p:sp>
      <p:grpSp>
        <p:nvGrpSpPr>
          <p:cNvPr id="39" name="Google Shape;1661;p124">
            <a:extLst>
              <a:ext uri="{FF2B5EF4-FFF2-40B4-BE49-F238E27FC236}">
                <a16:creationId xmlns:a16="http://schemas.microsoft.com/office/drawing/2014/main" id="{B58AA5EB-33E1-D8CD-675E-0858C0941827}"/>
              </a:ext>
            </a:extLst>
          </p:cNvPr>
          <p:cNvGrpSpPr/>
          <p:nvPr/>
        </p:nvGrpSpPr>
        <p:grpSpPr>
          <a:xfrm>
            <a:off x="3000603" y="2926253"/>
            <a:ext cx="495521" cy="474318"/>
            <a:chOff x="5275962" y="2247433"/>
            <a:chExt cx="328071" cy="323864"/>
          </a:xfrm>
        </p:grpSpPr>
        <p:sp>
          <p:nvSpPr>
            <p:cNvPr id="40" name="Google Shape;1662;p124">
              <a:extLst>
                <a:ext uri="{FF2B5EF4-FFF2-40B4-BE49-F238E27FC236}">
                  <a16:creationId xmlns:a16="http://schemas.microsoft.com/office/drawing/2014/main" id="{E0795214-D81A-8A3E-26ED-A0F3AAB99E36}"/>
                </a:ext>
              </a:extLst>
            </p:cNvPr>
            <p:cNvSpPr/>
            <p:nvPr/>
          </p:nvSpPr>
          <p:spPr>
            <a:xfrm>
              <a:off x="5275962" y="2264714"/>
              <a:ext cx="307171" cy="306584"/>
            </a:xfrm>
            <a:custGeom>
              <a:avLst/>
              <a:gdLst/>
              <a:ahLst/>
              <a:cxnLst/>
              <a:rect l="l" t="t" r="r" b="b"/>
              <a:pathLst>
                <a:path w="15696" h="15666" extrusionOk="0">
                  <a:moveTo>
                    <a:pt x="4426" y="2985"/>
                  </a:moveTo>
                  <a:cubicBezTo>
                    <a:pt x="5173" y="2985"/>
                    <a:pt x="5892" y="3565"/>
                    <a:pt x="5892" y="4441"/>
                  </a:cubicBezTo>
                  <a:cubicBezTo>
                    <a:pt x="5892" y="5245"/>
                    <a:pt x="5245" y="5892"/>
                    <a:pt x="4442" y="5902"/>
                  </a:cubicBezTo>
                  <a:cubicBezTo>
                    <a:pt x="3148" y="5902"/>
                    <a:pt x="2491" y="4333"/>
                    <a:pt x="3412" y="3412"/>
                  </a:cubicBezTo>
                  <a:cubicBezTo>
                    <a:pt x="3707" y="3117"/>
                    <a:pt x="4070" y="2985"/>
                    <a:pt x="4426" y="2985"/>
                  </a:cubicBezTo>
                  <a:close/>
                  <a:moveTo>
                    <a:pt x="10274" y="7831"/>
                  </a:moveTo>
                  <a:cubicBezTo>
                    <a:pt x="11518" y="7831"/>
                    <a:pt x="12715" y="8799"/>
                    <a:pt x="12715" y="10264"/>
                  </a:cubicBezTo>
                  <a:cubicBezTo>
                    <a:pt x="12715" y="11597"/>
                    <a:pt x="11627" y="12685"/>
                    <a:pt x="10294" y="12685"/>
                  </a:cubicBezTo>
                  <a:cubicBezTo>
                    <a:pt x="8127" y="12685"/>
                    <a:pt x="7049" y="10078"/>
                    <a:pt x="8578" y="8548"/>
                  </a:cubicBezTo>
                  <a:cubicBezTo>
                    <a:pt x="9070" y="8053"/>
                    <a:pt x="9677" y="7831"/>
                    <a:pt x="10274" y="7831"/>
                  </a:cubicBezTo>
                  <a:close/>
                  <a:moveTo>
                    <a:pt x="4442" y="0"/>
                  </a:moveTo>
                  <a:cubicBezTo>
                    <a:pt x="4138" y="0"/>
                    <a:pt x="3912" y="275"/>
                    <a:pt x="3951" y="569"/>
                  </a:cubicBezTo>
                  <a:lnTo>
                    <a:pt x="3951" y="1088"/>
                  </a:lnTo>
                  <a:cubicBezTo>
                    <a:pt x="3393" y="1167"/>
                    <a:pt x="2863" y="1392"/>
                    <a:pt x="2412" y="1725"/>
                  </a:cubicBezTo>
                  <a:lnTo>
                    <a:pt x="2040" y="1363"/>
                  </a:lnTo>
                  <a:cubicBezTo>
                    <a:pt x="1943" y="1229"/>
                    <a:pt x="1794" y="1159"/>
                    <a:pt x="1643" y="1159"/>
                  </a:cubicBezTo>
                  <a:cubicBezTo>
                    <a:pt x="1518" y="1159"/>
                    <a:pt x="1392" y="1206"/>
                    <a:pt x="1295" y="1304"/>
                  </a:cubicBezTo>
                  <a:cubicBezTo>
                    <a:pt x="1089" y="1520"/>
                    <a:pt x="1108" y="1873"/>
                    <a:pt x="1354" y="2049"/>
                  </a:cubicBezTo>
                  <a:lnTo>
                    <a:pt x="1726" y="2412"/>
                  </a:lnTo>
                  <a:cubicBezTo>
                    <a:pt x="1383" y="2863"/>
                    <a:pt x="1158" y="3402"/>
                    <a:pt x="1079" y="3961"/>
                  </a:cubicBezTo>
                  <a:lnTo>
                    <a:pt x="560" y="3961"/>
                  </a:lnTo>
                  <a:cubicBezTo>
                    <a:pt x="1" y="4039"/>
                    <a:pt x="1" y="4843"/>
                    <a:pt x="560" y="4931"/>
                  </a:cubicBezTo>
                  <a:lnTo>
                    <a:pt x="1079" y="4931"/>
                  </a:lnTo>
                  <a:cubicBezTo>
                    <a:pt x="1158" y="5490"/>
                    <a:pt x="1383" y="6019"/>
                    <a:pt x="1726" y="6470"/>
                  </a:cubicBezTo>
                  <a:lnTo>
                    <a:pt x="1354" y="6843"/>
                  </a:lnTo>
                  <a:cubicBezTo>
                    <a:pt x="1090" y="7199"/>
                    <a:pt x="1390" y="7629"/>
                    <a:pt x="1750" y="7629"/>
                  </a:cubicBezTo>
                  <a:cubicBezTo>
                    <a:pt x="1846" y="7629"/>
                    <a:pt x="1945" y="7599"/>
                    <a:pt x="2040" y="7529"/>
                  </a:cubicBezTo>
                  <a:lnTo>
                    <a:pt x="2412" y="7156"/>
                  </a:lnTo>
                  <a:cubicBezTo>
                    <a:pt x="2863" y="7499"/>
                    <a:pt x="3393" y="7725"/>
                    <a:pt x="3951" y="7803"/>
                  </a:cubicBezTo>
                  <a:lnTo>
                    <a:pt x="3951" y="8323"/>
                  </a:lnTo>
                  <a:cubicBezTo>
                    <a:pt x="3912" y="8617"/>
                    <a:pt x="4138" y="8882"/>
                    <a:pt x="4442" y="8882"/>
                  </a:cubicBezTo>
                  <a:cubicBezTo>
                    <a:pt x="4736" y="8882"/>
                    <a:pt x="4971" y="8617"/>
                    <a:pt x="4922" y="8323"/>
                  </a:cubicBezTo>
                  <a:lnTo>
                    <a:pt x="4922" y="7803"/>
                  </a:lnTo>
                  <a:cubicBezTo>
                    <a:pt x="5490" y="7715"/>
                    <a:pt x="6030" y="7490"/>
                    <a:pt x="6490" y="7137"/>
                  </a:cubicBezTo>
                  <a:cubicBezTo>
                    <a:pt x="6520" y="7176"/>
                    <a:pt x="6500" y="7156"/>
                    <a:pt x="6883" y="7539"/>
                  </a:cubicBezTo>
                  <a:cubicBezTo>
                    <a:pt x="6363" y="8176"/>
                    <a:pt x="6039" y="8950"/>
                    <a:pt x="5951" y="9774"/>
                  </a:cubicBezTo>
                  <a:lnTo>
                    <a:pt x="5441" y="9774"/>
                  </a:lnTo>
                  <a:cubicBezTo>
                    <a:pt x="5415" y="9769"/>
                    <a:pt x="5389" y="9767"/>
                    <a:pt x="5363" y="9767"/>
                  </a:cubicBezTo>
                  <a:cubicBezTo>
                    <a:pt x="5100" y="9767"/>
                    <a:pt x="4873" y="9986"/>
                    <a:pt x="4873" y="10254"/>
                  </a:cubicBezTo>
                  <a:cubicBezTo>
                    <a:pt x="4873" y="10535"/>
                    <a:pt x="5107" y="10749"/>
                    <a:pt x="5375" y="10749"/>
                  </a:cubicBezTo>
                  <a:cubicBezTo>
                    <a:pt x="5397" y="10749"/>
                    <a:pt x="5419" y="10747"/>
                    <a:pt x="5441" y="10744"/>
                  </a:cubicBezTo>
                  <a:lnTo>
                    <a:pt x="5951" y="10744"/>
                  </a:lnTo>
                  <a:cubicBezTo>
                    <a:pt x="6039" y="11558"/>
                    <a:pt x="6363" y="12332"/>
                    <a:pt x="6883" y="12979"/>
                  </a:cubicBezTo>
                  <a:lnTo>
                    <a:pt x="6510" y="13342"/>
                  </a:lnTo>
                  <a:cubicBezTo>
                    <a:pt x="6247" y="13699"/>
                    <a:pt x="6547" y="14128"/>
                    <a:pt x="6907" y="14128"/>
                  </a:cubicBezTo>
                  <a:cubicBezTo>
                    <a:pt x="7002" y="14128"/>
                    <a:pt x="7102" y="14098"/>
                    <a:pt x="7196" y="14028"/>
                  </a:cubicBezTo>
                  <a:lnTo>
                    <a:pt x="7569" y="13666"/>
                  </a:lnTo>
                  <a:cubicBezTo>
                    <a:pt x="8206" y="14175"/>
                    <a:pt x="8980" y="14499"/>
                    <a:pt x="9804" y="14587"/>
                  </a:cubicBezTo>
                  <a:lnTo>
                    <a:pt x="9804" y="15107"/>
                  </a:lnTo>
                  <a:cubicBezTo>
                    <a:pt x="9755" y="15401"/>
                    <a:pt x="9980" y="15665"/>
                    <a:pt x="10284" y="15665"/>
                  </a:cubicBezTo>
                  <a:cubicBezTo>
                    <a:pt x="10588" y="15665"/>
                    <a:pt x="10814" y="15401"/>
                    <a:pt x="10774" y="15107"/>
                  </a:cubicBezTo>
                  <a:lnTo>
                    <a:pt x="10774" y="14587"/>
                  </a:lnTo>
                  <a:cubicBezTo>
                    <a:pt x="11588" y="14499"/>
                    <a:pt x="12362" y="14175"/>
                    <a:pt x="13009" y="13666"/>
                  </a:cubicBezTo>
                  <a:lnTo>
                    <a:pt x="13372" y="14028"/>
                  </a:lnTo>
                  <a:cubicBezTo>
                    <a:pt x="13469" y="14163"/>
                    <a:pt x="13618" y="14232"/>
                    <a:pt x="13769" y="14232"/>
                  </a:cubicBezTo>
                  <a:cubicBezTo>
                    <a:pt x="13894" y="14232"/>
                    <a:pt x="14020" y="14185"/>
                    <a:pt x="14117" y="14087"/>
                  </a:cubicBezTo>
                  <a:cubicBezTo>
                    <a:pt x="14333" y="13871"/>
                    <a:pt x="14303" y="13519"/>
                    <a:pt x="14058" y="13342"/>
                  </a:cubicBezTo>
                  <a:lnTo>
                    <a:pt x="13696" y="12979"/>
                  </a:lnTo>
                  <a:cubicBezTo>
                    <a:pt x="14205" y="12332"/>
                    <a:pt x="14529" y="11558"/>
                    <a:pt x="14617" y="10744"/>
                  </a:cubicBezTo>
                  <a:lnTo>
                    <a:pt x="15137" y="10744"/>
                  </a:lnTo>
                  <a:cubicBezTo>
                    <a:pt x="15159" y="10747"/>
                    <a:pt x="15181" y="10749"/>
                    <a:pt x="15203" y="10749"/>
                  </a:cubicBezTo>
                  <a:cubicBezTo>
                    <a:pt x="15470" y="10749"/>
                    <a:pt x="15695" y="10535"/>
                    <a:pt x="15695" y="10254"/>
                  </a:cubicBezTo>
                  <a:cubicBezTo>
                    <a:pt x="15695" y="9986"/>
                    <a:pt x="15476" y="9767"/>
                    <a:pt x="15215" y="9767"/>
                  </a:cubicBezTo>
                  <a:cubicBezTo>
                    <a:pt x="15189" y="9767"/>
                    <a:pt x="15163" y="9769"/>
                    <a:pt x="15137" y="9774"/>
                  </a:cubicBezTo>
                  <a:lnTo>
                    <a:pt x="14617" y="9774"/>
                  </a:lnTo>
                  <a:cubicBezTo>
                    <a:pt x="14529" y="8960"/>
                    <a:pt x="14205" y="8186"/>
                    <a:pt x="13696" y="7539"/>
                  </a:cubicBezTo>
                  <a:lnTo>
                    <a:pt x="14058" y="7176"/>
                  </a:lnTo>
                  <a:cubicBezTo>
                    <a:pt x="14303" y="6990"/>
                    <a:pt x="14333" y="6637"/>
                    <a:pt x="14117" y="6431"/>
                  </a:cubicBezTo>
                  <a:cubicBezTo>
                    <a:pt x="14020" y="6333"/>
                    <a:pt x="13894" y="6286"/>
                    <a:pt x="13769" y="6286"/>
                  </a:cubicBezTo>
                  <a:cubicBezTo>
                    <a:pt x="13618" y="6286"/>
                    <a:pt x="13469" y="6356"/>
                    <a:pt x="13372" y="6490"/>
                  </a:cubicBezTo>
                  <a:lnTo>
                    <a:pt x="13009" y="6852"/>
                  </a:lnTo>
                  <a:cubicBezTo>
                    <a:pt x="12362" y="6343"/>
                    <a:pt x="11588" y="6019"/>
                    <a:pt x="10765" y="5921"/>
                  </a:cubicBezTo>
                  <a:lnTo>
                    <a:pt x="10765" y="5411"/>
                  </a:lnTo>
                  <a:cubicBezTo>
                    <a:pt x="10814" y="5117"/>
                    <a:pt x="10588" y="4853"/>
                    <a:pt x="10284" y="4853"/>
                  </a:cubicBezTo>
                  <a:cubicBezTo>
                    <a:pt x="9980" y="4853"/>
                    <a:pt x="9755" y="5117"/>
                    <a:pt x="9804" y="5411"/>
                  </a:cubicBezTo>
                  <a:lnTo>
                    <a:pt x="9804" y="5921"/>
                  </a:lnTo>
                  <a:cubicBezTo>
                    <a:pt x="8980" y="6019"/>
                    <a:pt x="8206" y="6343"/>
                    <a:pt x="7559" y="6852"/>
                  </a:cubicBezTo>
                  <a:cubicBezTo>
                    <a:pt x="7186" y="6470"/>
                    <a:pt x="7196" y="6490"/>
                    <a:pt x="7167" y="6460"/>
                  </a:cubicBezTo>
                  <a:cubicBezTo>
                    <a:pt x="7500" y="6009"/>
                    <a:pt x="7716" y="5480"/>
                    <a:pt x="7794" y="4931"/>
                  </a:cubicBezTo>
                  <a:lnTo>
                    <a:pt x="8314" y="4931"/>
                  </a:lnTo>
                  <a:cubicBezTo>
                    <a:pt x="8873" y="4843"/>
                    <a:pt x="8873" y="4039"/>
                    <a:pt x="8314" y="3961"/>
                  </a:cubicBezTo>
                  <a:lnTo>
                    <a:pt x="7794" y="3961"/>
                  </a:lnTo>
                  <a:cubicBezTo>
                    <a:pt x="7716" y="3402"/>
                    <a:pt x="7490" y="2863"/>
                    <a:pt x="7157" y="2412"/>
                  </a:cubicBezTo>
                  <a:lnTo>
                    <a:pt x="7520" y="2049"/>
                  </a:lnTo>
                  <a:cubicBezTo>
                    <a:pt x="7783" y="1693"/>
                    <a:pt x="7483" y="1263"/>
                    <a:pt x="7123" y="1263"/>
                  </a:cubicBezTo>
                  <a:cubicBezTo>
                    <a:pt x="7028" y="1263"/>
                    <a:pt x="6928" y="1293"/>
                    <a:pt x="6833" y="1363"/>
                  </a:cubicBezTo>
                  <a:lnTo>
                    <a:pt x="6471" y="1725"/>
                  </a:lnTo>
                  <a:cubicBezTo>
                    <a:pt x="6010" y="1392"/>
                    <a:pt x="5481" y="1167"/>
                    <a:pt x="4922" y="1088"/>
                  </a:cubicBezTo>
                  <a:lnTo>
                    <a:pt x="4922" y="569"/>
                  </a:lnTo>
                  <a:cubicBezTo>
                    <a:pt x="4971" y="275"/>
                    <a:pt x="4736" y="0"/>
                    <a:pt x="44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663;p124">
              <a:extLst>
                <a:ext uri="{FF2B5EF4-FFF2-40B4-BE49-F238E27FC236}">
                  <a16:creationId xmlns:a16="http://schemas.microsoft.com/office/drawing/2014/main" id="{37891C1E-4B74-D051-1760-CC2668B7285F}"/>
                </a:ext>
              </a:extLst>
            </p:cNvPr>
            <p:cNvSpPr/>
            <p:nvPr/>
          </p:nvSpPr>
          <p:spPr>
            <a:xfrm>
              <a:off x="5480312" y="2247433"/>
              <a:ext cx="123722" cy="132978"/>
            </a:xfrm>
            <a:custGeom>
              <a:avLst/>
              <a:gdLst/>
              <a:ahLst/>
              <a:cxnLst/>
              <a:rect l="l" t="t" r="r" b="b"/>
              <a:pathLst>
                <a:path w="6322" h="6795" extrusionOk="0">
                  <a:moveTo>
                    <a:pt x="3167" y="2829"/>
                  </a:moveTo>
                  <a:cubicBezTo>
                    <a:pt x="3422" y="2829"/>
                    <a:pt x="3665" y="3025"/>
                    <a:pt x="3665" y="3324"/>
                  </a:cubicBezTo>
                  <a:cubicBezTo>
                    <a:pt x="3665" y="3589"/>
                    <a:pt x="3440" y="3814"/>
                    <a:pt x="3175" y="3814"/>
                  </a:cubicBezTo>
                  <a:cubicBezTo>
                    <a:pt x="2734" y="3814"/>
                    <a:pt x="2518" y="3285"/>
                    <a:pt x="2822" y="2971"/>
                  </a:cubicBezTo>
                  <a:cubicBezTo>
                    <a:pt x="2923" y="2873"/>
                    <a:pt x="3047" y="2829"/>
                    <a:pt x="3167" y="2829"/>
                  </a:cubicBezTo>
                  <a:close/>
                  <a:moveTo>
                    <a:pt x="3165" y="1"/>
                  </a:moveTo>
                  <a:cubicBezTo>
                    <a:pt x="2945" y="1"/>
                    <a:pt x="2724" y="138"/>
                    <a:pt x="2685" y="413"/>
                  </a:cubicBezTo>
                  <a:lnTo>
                    <a:pt x="2685" y="952"/>
                  </a:lnTo>
                  <a:cubicBezTo>
                    <a:pt x="2166" y="1060"/>
                    <a:pt x="1705" y="1324"/>
                    <a:pt x="1352" y="1716"/>
                  </a:cubicBezTo>
                  <a:lnTo>
                    <a:pt x="891" y="1452"/>
                  </a:lnTo>
                  <a:cubicBezTo>
                    <a:pt x="821" y="1422"/>
                    <a:pt x="753" y="1409"/>
                    <a:pt x="689" y="1409"/>
                  </a:cubicBezTo>
                  <a:cubicBezTo>
                    <a:pt x="266" y="1409"/>
                    <a:pt x="1" y="1987"/>
                    <a:pt x="401" y="2285"/>
                  </a:cubicBezTo>
                  <a:lnTo>
                    <a:pt x="862" y="2559"/>
                  </a:lnTo>
                  <a:cubicBezTo>
                    <a:pt x="695" y="3059"/>
                    <a:pt x="695" y="3589"/>
                    <a:pt x="862" y="4089"/>
                  </a:cubicBezTo>
                  <a:lnTo>
                    <a:pt x="401" y="4363"/>
                  </a:lnTo>
                  <a:cubicBezTo>
                    <a:pt x="1" y="4661"/>
                    <a:pt x="266" y="5240"/>
                    <a:pt x="689" y="5240"/>
                  </a:cubicBezTo>
                  <a:cubicBezTo>
                    <a:pt x="753" y="5240"/>
                    <a:pt x="821" y="5226"/>
                    <a:pt x="891" y="5196"/>
                  </a:cubicBezTo>
                  <a:lnTo>
                    <a:pt x="1352" y="4932"/>
                  </a:lnTo>
                  <a:cubicBezTo>
                    <a:pt x="1705" y="5324"/>
                    <a:pt x="2166" y="5598"/>
                    <a:pt x="2685" y="5696"/>
                  </a:cubicBezTo>
                  <a:lnTo>
                    <a:pt x="2685" y="6236"/>
                  </a:lnTo>
                  <a:cubicBezTo>
                    <a:pt x="2636" y="6530"/>
                    <a:pt x="2862" y="6794"/>
                    <a:pt x="3165" y="6794"/>
                  </a:cubicBezTo>
                  <a:cubicBezTo>
                    <a:pt x="3469" y="6794"/>
                    <a:pt x="3695" y="6530"/>
                    <a:pt x="3646" y="6236"/>
                  </a:cubicBezTo>
                  <a:lnTo>
                    <a:pt x="3646" y="5696"/>
                  </a:lnTo>
                  <a:cubicBezTo>
                    <a:pt x="4165" y="5598"/>
                    <a:pt x="4626" y="5324"/>
                    <a:pt x="4979" y="4932"/>
                  </a:cubicBezTo>
                  <a:lnTo>
                    <a:pt x="5440" y="5196"/>
                  </a:lnTo>
                  <a:cubicBezTo>
                    <a:pt x="5510" y="5226"/>
                    <a:pt x="5577" y="5240"/>
                    <a:pt x="5641" y="5240"/>
                  </a:cubicBezTo>
                  <a:cubicBezTo>
                    <a:pt x="6063" y="5240"/>
                    <a:pt x="6321" y="4661"/>
                    <a:pt x="5930" y="4363"/>
                  </a:cubicBezTo>
                  <a:lnTo>
                    <a:pt x="5469" y="4089"/>
                  </a:lnTo>
                  <a:cubicBezTo>
                    <a:pt x="5636" y="3589"/>
                    <a:pt x="5636" y="3059"/>
                    <a:pt x="5469" y="2559"/>
                  </a:cubicBezTo>
                  <a:lnTo>
                    <a:pt x="5930" y="2285"/>
                  </a:lnTo>
                  <a:cubicBezTo>
                    <a:pt x="6321" y="1987"/>
                    <a:pt x="6063" y="1409"/>
                    <a:pt x="5641" y="1409"/>
                  </a:cubicBezTo>
                  <a:cubicBezTo>
                    <a:pt x="5577" y="1409"/>
                    <a:pt x="5510" y="1422"/>
                    <a:pt x="5440" y="1452"/>
                  </a:cubicBezTo>
                  <a:lnTo>
                    <a:pt x="4979" y="1716"/>
                  </a:lnTo>
                  <a:cubicBezTo>
                    <a:pt x="4626" y="1324"/>
                    <a:pt x="4165" y="1060"/>
                    <a:pt x="3646" y="952"/>
                  </a:cubicBezTo>
                  <a:lnTo>
                    <a:pt x="3646" y="413"/>
                  </a:lnTo>
                  <a:cubicBezTo>
                    <a:pt x="3607" y="138"/>
                    <a:pt x="3386" y="1"/>
                    <a:pt x="31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7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 input data</a:t>
            </a:r>
            <a:endParaRPr dirty="0"/>
          </a:p>
        </p:txBody>
      </p:sp>
      <p:sp>
        <p:nvSpPr>
          <p:cNvPr id="589" name="Google Shape;589;p71"/>
          <p:cNvSpPr txBox="1"/>
          <p:nvPr/>
        </p:nvSpPr>
        <p:spPr>
          <a:xfrm>
            <a:off x="371960" y="1231878"/>
            <a:ext cx="3122908" cy="3270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sz="2400" dirty="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rPr>
              <a:t>Line productivity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endParaRPr lang="en" sz="2400" dirty="0">
              <a:solidFill>
                <a:schemeClr val="dk1"/>
              </a:solidFill>
              <a:latin typeface="Vidaloka"/>
              <a:ea typeface="Vidaloka"/>
              <a:cs typeface="Vidaloka"/>
              <a:sym typeface="Vidaloka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537D2ED-5AC7-CE69-1AC9-163977E6B5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9816" y="503286"/>
            <a:ext cx="4946144" cy="419518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6">
          <a:extLst>
            <a:ext uri="{FF2B5EF4-FFF2-40B4-BE49-F238E27FC236}">
              <a16:creationId xmlns:a16="http://schemas.microsoft.com/office/drawing/2014/main" id="{0B57ABB5-4A54-137C-BF72-67BA74125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71">
            <a:extLst>
              <a:ext uri="{FF2B5EF4-FFF2-40B4-BE49-F238E27FC236}">
                <a16:creationId xmlns:a16="http://schemas.microsoft.com/office/drawing/2014/main" id="{DB86F059-D43E-0114-9702-E597DF28CE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 input data</a:t>
            </a:r>
            <a:endParaRPr dirty="0"/>
          </a:p>
        </p:txBody>
      </p:sp>
      <p:sp>
        <p:nvSpPr>
          <p:cNvPr id="589" name="Google Shape;589;p71">
            <a:extLst>
              <a:ext uri="{FF2B5EF4-FFF2-40B4-BE49-F238E27FC236}">
                <a16:creationId xmlns:a16="http://schemas.microsoft.com/office/drawing/2014/main" id="{E6F9F52A-1B4F-E346-EFF4-0628F03145A6}"/>
              </a:ext>
            </a:extLst>
          </p:cNvPr>
          <p:cNvSpPr txBox="1"/>
          <p:nvPr/>
        </p:nvSpPr>
        <p:spPr>
          <a:xfrm>
            <a:off x="371960" y="1231878"/>
            <a:ext cx="3122908" cy="3270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sz="2400" dirty="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rPr>
              <a:t>Line productivity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" sz="2400" dirty="0">
              <a:solidFill>
                <a:schemeClr val="dk1"/>
              </a:solidFill>
              <a:latin typeface="Vidaloka"/>
              <a:ea typeface="Vidaloka"/>
              <a:cs typeface="Vidaloka"/>
              <a:sym typeface="Vidaloka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rPr>
              <a:t>Products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endParaRPr lang="en-US" sz="2400" dirty="0">
              <a:solidFill>
                <a:schemeClr val="dk1"/>
              </a:solidFill>
              <a:latin typeface="Vidaloka"/>
              <a:ea typeface="Vidaloka"/>
              <a:cs typeface="Vidaloka"/>
              <a:sym typeface="Vidaloka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6D0BE8-C4E5-BD8B-EEF7-9976FA9239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679" y="344837"/>
            <a:ext cx="4903461" cy="4453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5117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6">
          <a:extLst>
            <a:ext uri="{FF2B5EF4-FFF2-40B4-BE49-F238E27FC236}">
              <a16:creationId xmlns:a16="http://schemas.microsoft.com/office/drawing/2014/main" id="{F43FA5D3-101A-06E0-A025-41A6241FD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71">
            <a:extLst>
              <a:ext uri="{FF2B5EF4-FFF2-40B4-BE49-F238E27FC236}">
                <a16:creationId xmlns:a16="http://schemas.microsoft.com/office/drawing/2014/main" id="{E5D67FA0-A0DC-2944-2C8E-65EF916CFBD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 input data</a:t>
            </a:r>
            <a:endParaRPr dirty="0"/>
          </a:p>
        </p:txBody>
      </p:sp>
      <p:sp>
        <p:nvSpPr>
          <p:cNvPr id="589" name="Google Shape;589;p71">
            <a:extLst>
              <a:ext uri="{FF2B5EF4-FFF2-40B4-BE49-F238E27FC236}">
                <a16:creationId xmlns:a16="http://schemas.microsoft.com/office/drawing/2014/main" id="{2625899F-BF22-1A41-FEC3-7976EC1D00F1}"/>
              </a:ext>
            </a:extLst>
          </p:cNvPr>
          <p:cNvSpPr txBox="1"/>
          <p:nvPr/>
        </p:nvSpPr>
        <p:spPr>
          <a:xfrm>
            <a:off x="371960" y="1231878"/>
            <a:ext cx="3122908" cy="3270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sz="2400" dirty="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rPr>
              <a:t>Line productivity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" sz="2400" dirty="0">
              <a:solidFill>
                <a:schemeClr val="dk1"/>
              </a:solidFill>
              <a:latin typeface="Vidaloka"/>
              <a:ea typeface="Vidaloka"/>
              <a:cs typeface="Vidaloka"/>
              <a:sym typeface="Vidaloka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rPr>
              <a:t>Products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dk1"/>
              </a:solidFill>
              <a:latin typeface="Vidaloka"/>
              <a:ea typeface="Vidaloka"/>
              <a:cs typeface="Vidaloka"/>
              <a:sym typeface="Vidaloka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rPr>
              <a:t>Downtime factors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endParaRPr lang="en-US" sz="2400" dirty="0">
              <a:solidFill>
                <a:schemeClr val="dk1"/>
              </a:solidFill>
              <a:latin typeface="Vidaloka"/>
              <a:ea typeface="Vidaloka"/>
              <a:cs typeface="Vidaloka"/>
              <a:sym typeface="Vidaloka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FABE26-45D1-3EE4-B047-376655A488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9893" y="337805"/>
            <a:ext cx="5003074" cy="4467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788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6">
          <a:extLst>
            <a:ext uri="{FF2B5EF4-FFF2-40B4-BE49-F238E27FC236}">
              <a16:creationId xmlns:a16="http://schemas.microsoft.com/office/drawing/2014/main" id="{F30EFF1D-B0F0-5358-69A1-E36F05DE3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71">
            <a:extLst>
              <a:ext uri="{FF2B5EF4-FFF2-40B4-BE49-F238E27FC236}">
                <a16:creationId xmlns:a16="http://schemas.microsoft.com/office/drawing/2014/main" id="{BDEFDA53-81B2-9880-F95B-F666DB3146A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 input data</a:t>
            </a:r>
            <a:endParaRPr dirty="0"/>
          </a:p>
        </p:txBody>
      </p:sp>
      <p:sp>
        <p:nvSpPr>
          <p:cNvPr id="589" name="Google Shape;589;p71">
            <a:extLst>
              <a:ext uri="{FF2B5EF4-FFF2-40B4-BE49-F238E27FC236}">
                <a16:creationId xmlns:a16="http://schemas.microsoft.com/office/drawing/2014/main" id="{0583951E-E393-B08D-A4D6-765EF1C201E8}"/>
              </a:ext>
            </a:extLst>
          </p:cNvPr>
          <p:cNvSpPr txBox="1"/>
          <p:nvPr/>
        </p:nvSpPr>
        <p:spPr>
          <a:xfrm>
            <a:off x="371960" y="1231878"/>
            <a:ext cx="3122908" cy="3270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sz="2400" dirty="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rPr>
              <a:t>Line productivity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" sz="2400" dirty="0">
              <a:solidFill>
                <a:schemeClr val="dk1"/>
              </a:solidFill>
              <a:latin typeface="Vidaloka"/>
              <a:ea typeface="Vidaloka"/>
              <a:cs typeface="Vidaloka"/>
              <a:sym typeface="Vidaloka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rPr>
              <a:t>Products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dk1"/>
              </a:solidFill>
              <a:latin typeface="Vidaloka"/>
              <a:ea typeface="Vidaloka"/>
              <a:cs typeface="Vidaloka"/>
              <a:sym typeface="Vidaloka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rPr>
              <a:t>Downtime factors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dk1"/>
              </a:solidFill>
              <a:latin typeface="Vidaloka"/>
              <a:ea typeface="Vidaloka"/>
              <a:cs typeface="Vidaloka"/>
              <a:sym typeface="Vidaloka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rPr>
              <a:t>Line downtime</a:t>
            </a:r>
            <a:endParaRPr sz="2400" dirty="0">
              <a:solidFill>
                <a:schemeClr val="dk1"/>
              </a:solidFill>
              <a:latin typeface="Vidaloka"/>
              <a:ea typeface="Vidaloka"/>
              <a:cs typeface="Vidaloka"/>
              <a:sym typeface="Vidaloka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F92538-8B2D-F2D4-95AF-C800A0A653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7440" y="445025"/>
            <a:ext cx="4647334" cy="4287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0650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1">
          <a:extLst>
            <a:ext uri="{FF2B5EF4-FFF2-40B4-BE49-F238E27FC236}">
              <a16:creationId xmlns:a16="http://schemas.microsoft.com/office/drawing/2014/main" id="{83ED7B24-E2E8-08E2-CFD2-E1FB60BBF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69">
            <a:extLst>
              <a:ext uri="{FF2B5EF4-FFF2-40B4-BE49-F238E27FC236}">
                <a16:creationId xmlns:a16="http://schemas.microsoft.com/office/drawing/2014/main" id="{11C1B0DA-B458-0DE1-3871-0FD6134430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14550" y="2366272"/>
            <a:ext cx="3714900" cy="81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Questions</a:t>
            </a:r>
            <a:endParaRPr dirty="0"/>
          </a:p>
        </p:txBody>
      </p:sp>
      <p:sp>
        <p:nvSpPr>
          <p:cNvPr id="573" name="Google Shape;573;p69">
            <a:extLst>
              <a:ext uri="{FF2B5EF4-FFF2-40B4-BE49-F238E27FC236}">
                <a16:creationId xmlns:a16="http://schemas.microsoft.com/office/drawing/2014/main" id="{4C3873E0-CA8F-1749-6C9C-97180DF8158C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746550" y="1339163"/>
            <a:ext cx="1650900" cy="97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574" name="Google Shape;574;p69">
            <a:extLst>
              <a:ext uri="{FF2B5EF4-FFF2-40B4-BE49-F238E27FC236}">
                <a16:creationId xmlns:a16="http://schemas.microsoft.com/office/drawing/2014/main" id="{9AF50F76-6B03-4352-024A-74904A3BC8C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291400" y="3076675"/>
            <a:ext cx="4561200" cy="39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 questions need to be asked for this data</a:t>
            </a:r>
          </a:p>
        </p:txBody>
      </p:sp>
    </p:spTree>
    <p:extLst>
      <p:ext uri="{BB962C8B-B14F-4D97-AF65-F5344CB8AC3E}">
        <p14:creationId xmlns:p14="http://schemas.microsoft.com/office/powerpoint/2010/main" val="28802126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6">
          <a:extLst>
            <a:ext uri="{FF2B5EF4-FFF2-40B4-BE49-F238E27FC236}">
              <a16:creationId xmlns:a16="http://schemas.microsoft.com/office/drawing/2014/main" id="{110D7CB5-E732-B93B-CE9D-922475F3F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71">
            <a:extLst>
              <a:ext uri="{FF2B5EF4-FFF2-40B4-BE49-F238E27FC236}">
                <a16:creationId xmlns:a16="http://schemas.microsoft.com/office/drawing/2014/main" id="{704DA380-0A46-310F-5AA4-095538105FB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8021" y="430173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/>
              <a:t>T</a:t>
            </a:r>
            <a:r>
              <a:rPr lang="en" sz="3200" dirty="0"/>
              <a:t>he Questions</a:t>
            </a:r>
            <a:endParaRPr sz="3200" dirty="0"/>
          </a:p>
        </p:txBody>
      </p:sp>
      <p:sp>
        <p:nvSpPr>
          <p:cNvPr id="3" name="Google Shape;589;p71">
            <a:extLst>
              <a:ext uri="{FF2B5EF4-FFF2-40B4-BE49-F238E27FC236}">
                <a16:creationId xmlns:a16="http://schemas.microsoft.com/office/drawing/2014/main" id="{45BAFCD6-259F-5435-6E0D-65438753898D}"/>
              </a:ext>
            </a:extLst>
          </p:cNvPr>
          <p:cNvSpPr txBox="1"/>
          <p:nvPr/>
        </p:nvSpPr>
        <p:spPr>
          <a:xfrm>
            <a:off x="253036" y="903124"/>
            <a:ext cx="8637928" cy="3967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sz="2400" dirty="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rPr>
              <a:t>The most and least productive operator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sz="2400" dirty="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rPr>
              <a:t>The highest repeated downtime failure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sz="2400" dirty="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rPr>
              <a:t>Production bottleneck downtime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sz="2400" dirty="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rPr>
              <a:t>Machine downtime vs operator downtime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sz="2400" dirty="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rPr>
              <a:t>Downtime by product</a:t>
            </a:r>
          </a:p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endParaRPr lang="en" sz="2400" dirty="0">
              <a:solidFill>
                <a:schemeClr val="dk1"/>
              </a:solidFill>
              <a:latin typeface="Vidaloka"/>
              <a:ea typeface="Vidaloka"/>
              <a:cs typeface="Vidaloka"/>
              <a:sym typeface="Vidaloka"/>
            </a:endParaRPr>
          </a:p>
        </p:txBody>
      </p:sp>
    </p:spTree>
    <p:extLst>
      <p:ext uri="{BB962C8B-B14F-4D97-AF65-F5344CB8AC3E}">
        <p14:creationId xmlns:p14="http://schemas.microsoft.com/office/powerpoint/2010/main" val="571317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6">
          <a:extLst>
            <a:ext uri="{FF2B5EF4-FFF2-40B4-BE49-F238E27FC236}">
              <a16:creationId xmlns:a16="http://schemas.microsoft.com/office/drawing/2014/main" id="{CE927D2E-D0CB-A706-F623-7BDBDB4FE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71">
            <a:extLst>
              <a:ext uri="{FF2B5EF4-FFF2-40B4-BE49-F238E27FC236}">
                <a16:creationId xmlns:a16="http://schemas.microsoft.com/office/drawing/2014/main" id="{B68F3852-C29C-1AA1-E934-086BA208F70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3741" y="468273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</a:t>
            </a:r>
            <a:r>
              <a:rPr lang="en" dirty="0"/>
              <a:t>he Questions</a:t>
            </a:r>
            <a:endParaRPr dirty="0"/>
          </a:p>
        </p:txBody>
      </p:sp>
      <p:sp>
        <p:nvSpPr>
          <p:cNvPr id="3" name="Google Shape;589;p71">
            <a:extLst>
              <a:ext uri="{FF2B5EF4-FFF2-40B4-BE49-F238E27FC236}">
                <a16:creationId xmlns:a16="http://schemas.microsoft.com/office/drawing/2014/main" id="{2BE94B99-BA12-9EEA-CAD9-083CB814C325}"/>
              </a:ext>
            </a:extLst>
          </p:cNvPr>
          <p:cNvSpPr txBox="1"/>
          <p:nvPr/>
        </p:nvSpPr>
        <p:spPr>
          <a:xfrm>
            <a:off x="253036" y="889270"/>
            <a:ext cx="8637928" cy="3673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sz="2400" dirty="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rPr>
              <a:t>The most productive product that makes downtime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sz="2400" dirty="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rPr>
              <a:t>Actual work time vs Batch work time (Operator)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sz="2400" dirty="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rPr>
              <a:t>Actual work time vs Batch work time (Product)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rPr>
              <a:t> Efficiency</a:t>
            </a:r>
            <a:r>
              <a:rPr lang="en" sz="2400" dirty="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rPr>
              <a:t> per operator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rPr>
              <a:t>R</a:t>
            </a:r>
            <a:r>
              <a:rPr lang="en" sz="2400" dirty="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rPr>
              <a:t>anking tables per downtime cause, operator, and machine</a:t>
            </a:r>
          </a:p>
          <a:p>
            <a:pPr lvl="0">
              <a:lnSpc>
                <a:spcPct val="150000"/>
              </a:lnSpc>
            </a:pPr>
            <a:endParaRPr lang="en" sz="2400" dirty="0">
              <a:solidFill>
                <a:schemeClr val="dk1"/>
              </a:solidFill>
              <a:latin typeface="Vidaloka"/>
              <a:ea typeface="Vidaloka"/>
              <a:cs typeface="Vidaloka"/>
              <a:sym typeface="Vidaloka"/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endParaRPr lang="en" sz="2400" dirty="0">
              <a:solidFill>
                <a:schemeClr val="dk1"/>
              </a:solidFill>
              <a:latin typeface="Vidaloka"/>
              <a:ea typeface="Vidaloka"/>
              <a:cs typeface="Vidaloka"/>
              <a:sym typeface="Vidaloka"/>
            </a:endParaRPr>
          </a:p>
        </p:txBody>
      </p:sp>
    </p:spTree>
    <p:extLst>
      <p:ext uri="{BB962C8B-B14F-4D97-AF65-F5344CB8AC3E}">
        <p14:creationId xmlns:p14="http://schemas.microsoft.com/office/powerpoint/2010/main" val="1949508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1">
          <a:extLst>
            <a:ext uri="{FF2B5EF4-FFF2-40B4-BE49-F238E27FC236}">
              <a16:creationId xmlns:a16="http://schemas.microsoft.com/office/drawing/2014/main" id="{5E19F64C-9129-BF91-0B5B-A93A939EB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69">
            <a:extLst>
              <a:ext uri="{FF2B5EF4-FFF2-40B4-BE49-F238E27FC236}">
                <a16:creationId xmlns:a16="http://schemas.microsoft.com/office/drawing/2014/main" id="{5DD67697-EFB7-C472-F45E-859BB4866B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14550" y="2366272"/>
            <a:ext cx="3714900" cy="81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Techniques</a:t>
            </a:r>
            <a:endParaRPr dirty="0"/>
          </a:p>
        </p:txBody>
      </p:sp>
      <p:sp>
        <p:nvSpPr>
          <p:cNvPr id="573" name="Google Shape;573;p69">
            <a:extLst>
              <a:ext uri="{FF2B5EF4-FFF2-40B4-BE49-F238E27FC236}">
                <a16:creationId xmlns:a16="http://schemas.microsoft.com/office/drawing/2014/main" id="{CF0A8D88-D8F1-DC0D-89DB-7062D5FC0BEE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746550" y="1339163"/>
            <a:ext cx="1650900" cy="97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574" name="Google Shape;574;p69">
            <a:extLst>
              <a:ext uri="{FF2B5EF4-FFF2-40B4-BE49-F238E27FC236}">
                <a16:creationId xmlns:a16="http://schemas.microsoft.com/office/drawing/2014/main" id="{28F1AD32-192B-7EA9-295E-587D0329B1B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291400" y="3184672"/>
            <a:ext cx="4561200" cy="39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Excel &amp; Power BI</a:t>
            </a:r>
          </a:p>
        </p:txBody>
      </p:sp>
    </p:spTree>
    <p:extLst>
      <p:ext uri="{BB962C8B-B14F-4D97-AF65-F5344CB8AC3E}">
        <p14:creationId xmlns:p14="http://schemas.microsoft.com/office/powerpoint/2010/main" val="31575524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6">
          <a:extLst>
            <a:ext uri="{FF2B5EF4-FFF2-40B4-BE49-F238E27FC236}">
              <a16:creationId xmlns:a16="http://schemas.microsoft.com/office/drawing/2014/main" id="{8F5DC916-E0A8-1DE3-97BD-24A0B58B7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71">
            <a:extLst>
              <a:ext uri="{FF2B5EF4-FFF2-40B4-BE49-F238E27FC236}">
                <a16:creationId xmlns:a16="http://schemas.microsoft.com/office/drawing/2014/main" id="{F7AF3E9B-DB65-32EE-915B-6FD0BB22F0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Power BI</a:t>
            </a:r>
            <a:endParaRPr dirty="0"/>
          </a:p>
        </p:txBody>
      </p:sp>
      <p:sp>
        <p:nvSpPr>
          <p:cNvPr id="589" name="Google Shape;589;p71">
            <a:extLst>
              <a:ext uri="{FF2B5EF4-FFF2-40B4-BE49-F238E27FC236}">
                <a16:creationId xmlns:a16="http://schemas.microsoft.com/office/drawing/2014/main" id="{6C5522AC-99F0-0606-FFC5-312F420F9CB6}"/>
              </a:ext>
            </a:extLst>
          </p:cNvPr>
          <p:cNvSpPr txBox="1"/>
          <p:nvPr/>
        </p:nvSpPr>
        <p:spPr>
          <a:xfrm>
            <a:off x="371960" y="1231878"/>
            <a:ext cx="5480200" cy="3270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rPr>
              <a:t>Widely Used &amp; Accessible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dk1"/>
              </a:solidFill>
              <a:latin typeface="Vidaloka"/>
              <a:ea typeface="Vidaloka"/>
              <a:cs typeface="Vidaloka"/>
              <a:sym typeface="Vidaloka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rPr>
              <a:t>Powerful Data Manipulation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dk1"/>
              </a:solidFill>
              <a:latin typeface="Vidaloka"/>
              <a:ea typeface="Vidaloka"/>
              <a:cs typeface="Vidaloka"/>
              <a:sym typeface="Vidaloka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rPr>
              <a:t>Flexibility &amp; Customization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endParaRPr lang="en-US" sz="2400" dirty="0">
              <a:solidFill>
                <a:schemeClr val="dk1"/>
              </a:solidFill>
              <a:latin typeface="Vidaloka"/>
              <a:ea typeface="Vidaloka"/>
              <a:cs typeface="Vidaloka"/>
              <a:sym typeface="Vidaloka"/>
            </a:endParaRPr>
          </a:p>
        </p:txBody>
      </p:sp>
      <p:pic>
        <p:nvPicPr>
          <p:cNvPr id="5" name="Picture 4" descr="A green and black logo&#10;&#10;AI-generated content may be incorrect.">
            <a:extLst>
              <a:ext uri="{FF2B5EF4-FFF2-40B4-BE49-F238E27FC236}">
                <a16:creationId xmlns:a16="http://schemas.microsoft.com/office/drawing/2014/main" id="{9CC97D24-C6B5-4CD5-5193-907107872F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5420" y="1341120"/>
            <a:ext cx="3657600" cy="205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1220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6">
          <a:extLst>
            <a:ext uri="{FF2B5EF4-FFF2-40B4-BE49-F238E27FC236}">
              <a16:creationId xmlns:a16="http://schemas.microsoft.com/office/drawing/2014/main" id="{84B4D2E5-9849-4953-F6B3-238E28FD1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71">
            <a:extLst>
              <a:ext uri="{FF2B5EF4-FFF2-40B4-BE49-F238E27FC236}">
                <a16:creationId xmlns:a16="http://schemas.microsoft.com/office/drawing/2014/main" id="{4EF7558D-854E-E38D-1603-850540CE4CD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Power BI</a:t>
            </a:r>
            <a:endParaRPr dirty="0"/>
          </a:p>
        </p:txBody>
      </p:sp>
      <p:sp>
        <p:nvSpPr>
          <p:cNvPr id="589" name="Google Shape;589;p71">
            <a:extLst>
              <a:ext uri="{FF2B5EF4-FFF2-40B4-BE49-F238E27FC236}">
                <a16:creationId xmlns:a16="http://schemas.microsoft.com/office/drawing/2014/main" id="{F95505BA-7410-38F6-459E-0FFE7DA9AE70}"/>
              </a:ext>
            </a:extLst>
          </p:cNvPr>
          <p:cNvSpPr txBox="1"/>
          <p:nvPr/>
        </p:nvSpPr>
        <p:spPr>
          <a:xfrm>
            <a:off x="371960" y="1231878"/>
            <a:ext cx="5480200" cy="3270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rPr>
              <a:t>User-Friendly Interface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dk1"/>
              </a:solidFill>
              <a:latin typeface="Vidaloka"/>
              <a:ea typeface="Vidaloka"/>
              <a:cs typeface="Vidaloka"/>
              <a:sym typeface="Vidaloka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rPr>
              <a:t>Powerful Data Visualization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dk1"/>
              </a:solidFill>
              <a:latin typeface="Vidaloka"/>
              <a:ea typeface="Vidaloka"/>
              <a:cs typeface="Vidaloka"/>
              <a:sym typeface="Vidaloka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rPr>
              <a:t>Data Cleaning &amp; Transformation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dk1"/>
              </a:solidFill>
              <a:latin typeface="Vidaloka"/>
              <a:ea typeface="Vidaloka"/>
              <a:cs typeface="Vidaloka"/>
              <a:sym typeface="Vidaloka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rPr>
              <a:t>Data manipulation and modeling</a:t>
            </a:r>
          </a:p>
        </p:txBody>
      </p:sp>
      <p:pic>
        <p:nvPicPr>
          <p:cNvPr id="6" name="Picture 5" descr="A yellow rectangular shapes on a black background&#10;&#10;AI-generated content may be incorrect.">
            <a:extLst>
              <a:ext uri="{FF2B5EF4-FFF2-40B4-BE49-F238E27FC236}">
                <a16:creationId xmlns:a16="http://schemas.microsoft.com/office/drawing/2014/main" id="{CE635B4F-0B23-B624-F5F7-1B87BB3110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75" y="972005"/>
            <a:ext cx="4739640" cy="2666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28577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1">
          <a:extLst>
            <a:ext uri="{FF2B5EF4-FFF2-40B4-BE49-F238E27FC236}">
              <a16:creationId xmlns:a16="http://schemas.microsoft.com/office/drawing/2014/main" id="{7E35129F-8837-CDDF-8828-66B9ABF11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69">
            <a:extLst>
              <a:ext uri="{FF2B5EF4-FFF2-40B4-BE49-F238E27FC236}">
                <a16:creationId xmlns:a16="http://schemas.microsoft.com/office/drawing/2014/main" id="{80C3F166-9BF1-AFB1-1F8B-045E591D69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37700" y="2317463"/>
            <a:ext cx="3714900" cy="81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Analysis</a:t>
            </a:r>
            <a:endParaRPr dirty="0"/>
          </a:p>
        </p:txBody>
      </p:sp>
      <p:sp>
        <p:nvSpPr>
          <p:cNvPr id="573" name="Google Shape;573;p69">
            <a:extLst>
              <a:ext uri="{FF2B5EF4-FFF2-40B4-BE49-F238E27FC236}">
                <a16:creationId xmlns:a16="http://schemas.microsoft.com/office/drawing/2014/main" id="{DCF55F88-7AFC-A14B-8EC5-4B55C281ABFA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746550" y="1339163"/>
            <a:ext cx="1650900" cy="97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sp>
        <p:nvSpPr>
          <p:cNvPr id="574" name="Google Shape;574;p69">
            <a:extLst>
              <a:ext uri="{FF2B5EF4-FFF2-40B4-BE49-F238E27FC236}">
                <a16:creationId xmlns:a16="http://schemas.microsoft.com/office/drawing/2014/main" id="{762A5A61-2178-7F6A-0004-A89069DE1B5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089922" y="3099263"/>
            <a:ext cx="4561200" cy="39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Dashboard and numbers</a:t>
            </a:r>
          </a:p>
        </p:txBody>
      </p:sp>
    </p:spTree>
    <p:extLst>
      <p:ext uri="{BB962C8B-B14F-4D97-AF65-F5344CB8AC3E}">
        <p14:creationId xmlns:p14="http://schemas.microsoft.com/office/powerpoint/2010/main" val="18284647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2">
          <a:extLst>
            <a:ext uri="{FF2B5EF4-FFF2-40B4-BE49-F238E27FC236}">
              <a16:creationId xmlns:a16="http://schemas.microsoft.com/office/drawing/2014/main" id="{4AB153DC-21A6-B453-6B5C-94971FFC3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 1">
                <a:extLst>
                  <a:ext uri="{FF2B5EF4-FFF2-40B4-BE49-F238E27FC236}">
                    <a16:creationId xmlns:a16="http://schemas.microsoft.com/office/drawing/2014/main" id="{6582C72E-588A-1963-5604-36AB093FEA3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39559699"/>
                  </p:ext>
                </p:extLst>
              </p:nvPr>
            </p:nvGraphicFramePr>
            <p:xfrm>
              <a:off x="0" y="289368"/>
              <a:ext cx="9826906" cy="4571999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 1">
                <a:extLst>
                  <a:ext uri="{FF2B5EF4-FFF2-40B4-BE49-F238E27FC236}">
                    <a16:creationId xmlns:a16="http://schemas.microsoft.com/office/drawing/2014/main" id="{6582C72E-588A-1963-5604-36AB093FEA3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0" y="289368"/>
                <a:ext cx="9826906" cy="4571999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833977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2">
          <a:extLst>
            <a:ext uri="{FF2B5EF4-FFF2-40B4-BE49-F238E27FC236}">
              <a16:creationId xmlns:a16="http://schemas.microsoft.com/office/drawing/2014/main" id="{FC1FA79C-4CB9-261A-8E6A-5E53D17CC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7" name="Add-in 6">
                <a:extLst>
                  <a:ext uri="{FF2B5EF4-FFF2-40B4-BE49-F238E27FC236}">
                    <a16:creationId xmlns:a16="http://schemas.microsoft.com/office/drawing/2014/main" id="{0D33ED99-6906-5889-766A-80C0D7C399C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63961485"/>
                  </p:ext>
                </p:extLst>
              </p:nvPr>
            </p:nvGraphicFramePr>
            <p:xfrm>
              <a:off x="0" y="304800"/>
              <a:ext cx="9641840" cy="4559808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7" name="Add-in 6">
                <a:extLst>
                  <a:ext uri="{FF2B5EF4-FFF2-40B4-BE49-F238E27FC236}">
                    <a16:creationId xmlns:a16="http://schemas.microsoft.com/office/drawing/2014/main" id="{0D33ED99-6906-5889-766A-80C0D7C399C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0" y="304800"/>
                <a:ext cx="9641840" cy="455980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041514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6" name="Add-in 5">
                <a:extLst>
                  <a:ext uri="{FF2B5EF4-FFF2-40B4-BE49-F238E27FC236}">
                    <a16:creationId xmlns:a16="http://schemas.microsoft.com/office/drawing/2014/main" id="{BDD7E920-1C38-1AF7-1796-7F71EECD901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11935874"/>
                  </p:ext>
                </p:extLst>
              </p:nvPr>
            </p:nvGraphicFramePr>
            <p:xfrm>
              <a:off x="-1" y="289368"/>
              <a:ext cx="9632197" cy="4581336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6" name="Add-in 5">
                <a:extLst>
                  <a:ext uri="{FF2B5EF4-FFF2-40B4-BE49-F238E27FC236}">
                    <a16:creationId xmlns:a16="http://schemas.microsoft.com/office/drawing/2014/main" id="{BDD7E920-1C38-1AF7-1796-7F71EECD901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1" y="289368"/>
                <a:ext cx="9632197" cy="4581336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1">
          <a:extLst>
            <a:ext uri="{FF2B5EF4-FFF2-40B4-BE49-F238E27FC236}">
              <a16:creationId xmlns:a16="http://schemas.microsoft.com/office/drawing/2014/main" id="{8154EBDE-AFBE-BACC-C155-FD08A5498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69">
            <a:extLst>
              <a:ext uri="{FF2B5EF4-FFF2-40B4-BE49-F238E27FC236}">
                <a16:creationId xmlns:a16="http://schemas.microsoft.com/office/drawing/2014/main" id="{96F6C6A6-BC83-6BEC-E3A7-28EEAD5F0B9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46810" y="2416838"/>
            <a:ext cx="5438850" cy="81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dirty="0"/>
              <a:t>Conclusion and  Recommendations</a:t>
            </a:r>
          </a:p>
        </p:txBody>
      </p:sp>
      <p:sp>
        <p:nvSpPr>
          <p:cNvPr id="573" name="Google Shape;573;p69">
            <a:extLst>
              <a:ext uri="{FF2B5EF4-FFF2-40B4-BE49-F238E27FC236}">
                <a16:creationId xmlns:a16="http://schemas.microsoft.com/office/drawing/2014/main" id="{3CDBEF3C-54F2-0C5E-927F-80B9689DC7D3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746550" y="1339163"/>
            <a:ext cx="1650900" cy="97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06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350343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6">
          <a:extLst>
            <a:ext uri="{FF2B5EF4-FFF2-40B4-BE49-F238E27FC236}">
              <a16:creationId xmlns:a16="http://schemas.microsoft.com/office/drawing/2014/main" id="{40F8A49F-AAAD-A0D0-49A5-0EBB50409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89;p71">
            <a:extLst>
              <a:ext uri="{FF2B5EF4-FFF2-40B4-BE49-F238E27FC236}">
                <a16:creationId xmlns:a16="http://schemas.microsoft.com/office/drawing/2014/main" id="{6BB967A1-FB82-515E-F2F2-5C2C64B401A1}"/>
              </a:ext>
            </a:extLst>
          </p:cNvPr>
          <p:cNvSpPr txBox="1"/>
          <p:nvPr/>
        </p:nvSpPr>
        <p:spPr>
          <a:xfrm>
            <a:off x="253036" y="484377"/>
            <a:ext cx="8637928" cy="4659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rPr>
              <a:t>Need to make working instructions on how to operate the line</a:t>
            </a:r>
          </a:p>
          <a:p>
            <a:pPr marL="45720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rPr>
              <a:t>Make excessive operator training (especially Mac) </a:t>
            </a:r>
          </a:p>
          <a:p>
            <a:pPr marL="45720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rPr>
              <a:t>Total preventive maintenance plan for the line</a:t>
            </a:r>
          </a:p>
          <a:p>
            <a:pPr marL="45720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rPr>
              <a:t>The Machine adjustment should be done by a technician, not an operator, to ensure the process goes without a problem</a:t>
            </a:r>
            <a:endParaRPr lang="en" sz="2400" dirty="0">
              <a:solidFill>
                <a:schemeClr val="dk1"/>
              </a:solidFill>
              <a:latin typeface="Vidaloka"/>
              <a:ea typeface="Vidaloka"/>
              <a:cs typeface="Vidaloka"/>
              <a:sym typeface="Vidaloka"/>
            </a:endParaRPr>
          </a:p>
          <a:p>
            <a:pPr lvl="0">
              <a:lnSpc>
                <a:spcPct val="150000"/>
              </a:lnSpc>
            </a:pPr>
            <a:endParaRPr lang="en" sz="2400" dirty="0">
              <a:solidFill>
                <a:schemeClr val="dk1"/>
              </a:solidFill>
              <a:latin typeface="Vidaloka"/>
              <a:ea typeface="Vidaloka"/>
              <a:cs typeface="Vidaloka"/>
              <a:sym typeface="Vidaloka"/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endParaRPr lang="en" sz="2400" dirty="0">
              <a:solidFill>
                <a:schemeClr val="dk1"/>
              </a:solidFill>
              <a:latin typeface="Vidaloka"/>
              <a:ea typeface="Vidaloka"/>
              <a:cs typeface="Vidaloka"/>
              <a:sym typeface="Vidaloka"/>
            </a:endParaRPr>
          </a:p>
        </p:txBody>
      </p:sp>
    </p:spTree>
    <p:extLst>
      <p:ext uri="{BB962C8B-B14F-4D97-AF65-F5344CB8AC3E}">
        <p14:creationId xmlns:p14="http://schemas.microsoft.com/office/powerpoint/2010/main" val="3680047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6">
          <a:extLst>
            <a:ext uri="{FF2B5EF4-FFF2-40B4-BE49-F238E27FC236}">
              <a16:creationId xmlns:a16="http://schemas.microsoft.com/office/drawing/2014/main" id="{E6636432-08D6-4C5F-42C2-ABDF1F3AB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89;p71">
            <a:extLst>
              <a:ext uri="{FF2B5EF4-FFF2-40B4-BE49-F238E27FC236}">
                <a16:creationId xmlns:a16="http://schemas.microsoft.com/office/drawing/2014/main" id="{3C65B3DB-989B-DC43-F2EE-A65AB0CDF132}"/>
              </a:ext>
            </a:extLst>
          </p:cNvPr>
          <p:cNvSpPr txBox="1"/>
          <p:nvPr/>
        </p:nvSpPr>
        <p:spPr>
          <a:xfrm>
            <a:off x="506072" y="1152742"/>
            <a:ext cx="8637928" cy="4659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rPr>
              <a:t>Provide machine adjustment training to all operators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rPr>
              <a:t>Plan with the material feeding inventory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rPr>
              <a:t>The Machine adjustment should be done by a technician, not an operator, to ensure the process goes without a problem</a:t>
            </a:r>
          </a:p>
          <a:p>
            <a:pPr lvl="0">
              <a:lnSpc>
                <a:spcPct val="150000"/>
              </a:lnSpc>
            </a:pPr>
            <a:endParaRPr lang="en" sz="2400" dirty="0">
              <a:solidFill>
                <a:schemeClr val="dk1"/>
              </a:solidFill>
              <a:latin typeface="Vidaloka"/>
              <a:ea typeface="Vidaloka"/>
              <a:cs typeface="Vidaloka"/>
              <a:sym typeface="Vidaloka"/>
            </a:endParaRPr>
          </a:p>
          <a:p>
            <a:pPr lvl="0">
              <a:lnSpc>
                <a:spcPct val="150000"/>
              </a:lnSpc>
            </a:pPr>
            <a:endParaRPr lang="en" sz="2400" dirty="0">
              <a:solidFill>
                <a:schemeClr val="dk1"/>
              </a:solidFill>
              <a:latin typeface="Vidaloka"/>
              <a:ea typeface="Vidaloka"/>
              <a:cs typeface="Vidaloka"/>
              <a:sym typeface="Vidaloka"/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endParaRPr lang="en" sz="2400" dirty="0">
              <a:solidFill>
                <a:schemeClr val="dk1"/>
              </a:solidFill>
              <a:latin typeface="Vidaloka"/>
              <a:ea typeface="Vidaloka"/>
              <a:cs typeface="Vidaloka"/>
              <a:sym typeface="Vidaloka"/>
            </a:endParaRPr>
          </a:p>
        </p:txBody>
      </p:sp>
    </p:spTree>
    <p:extLst>
      <p:ext uri="{BB962C8B-B14F-4D97-AF65-F5344CB8AC3E}">
        <p14:creationId xmlns:p14="http://schemas.microsoft.com/office/powerpoint/2010/main" val="4175836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569;p123">
            <a:extLst>
              <a:ext uri="{FF2B5EF4-FFF2-40B4-BE49-F238E27FC236}">
                <a16:creationId xmlns:a16="http://schemas.microsoft.com/office/drawing/2014/main" id="{C356C43D-6926-D8BF-7DFA-F21B1B26AC69}"/>
              </a:ext>
            </a:extLst>
          </p:cNvPr>
          <p:cNvSpPr txBox="1">
            <a:spLocks/>
          </p:cNvSpPr>
          <p:nvPr/>
        </p:nvSpPr>
        <p:spPr>
          <a:xfrm>
            <a:off x="2716041" y="4220700"/>
            <a:ext cx="3711918" cy="92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600" b="1" dirty="0"/>
              <a:t>Do you have any questions?</a:t>
            </a:r>
          </a:p>
        </p:txBody>
      </p:sp>
      <p:pic>
        <p:nvPicPr>
          <p:cNvPr id="7" name="Picture 6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10F6FE70-5856-5E6C-7AB7-C835C5CE72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1369" y="308457"/>
            <a:ext cx="3943449" cy="394344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Minimalist Business Slides XL by Slidesgo">
  <a:themeElements>
    <a:clrScheme name="Simple Light">
      <a:dk1>
        <a:srgbClr val="000000"/>
      </a:dk1>
      <a:lt1>
        <a:srgbClr val="F5F2EE"/>
      </a:lt1>
      <a:dk2>
        <a:srgbClr val="000000"/>
      </a:dk2>
      <a:lt2>
        <a:srgbClr val="EEEEEE"/>
      </a:lt2>
      <a:accent1>
        <a:srgbClr val="3F3533"/>
      </a:accent1>
      <a:accent2>
        <a:srgbClr val="3F3533"/>
      </a:accent2>
      <a:accent3>
        <a:srgbClr val="3F3533"/>
      </a:accent3>
      <a:accent4>
        <a:srgbClr val="3F3533"/>
      </a:accent4>
      <a:accent5>
        <a:srgbClr val="3F3533"/>
      </a:accent5>
      <a:accent6>
        <a:srgbClr val="3F3533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webextension1.xml><?xml version="1.0" encoding="utf-8"?>
<we:webextension xmlns:we="http://schemas.microsoft.com/office/webextensions/webextension/2010/11" id="{5C91C78B-3966-48DD-8804-0CCBF1817366}">
  <we:reference id="wa200003233" version="2.0.0.3" store="en-US" storeType="OMEX"/>
  <we:alternateReferences>
    <we:reference id="WA200003233" version="2.0.0.3" store="WA200003233" storeType="OMEX"/>
  </we:alternateReferences>
  <we:properties>
    <we:property name="artifactViewState" value="&quot;live&quot;"/>
    <we:property name="backgroundColor" value="&quot;#F5F2ED&quot;"/>
    <we:property name="bookmark" value="&quot;H4sIAAAAAAAAA+1aW2/bNhT+K4ZeugHGIIqiLn1r0gwo1nZBM3QPQx4OyUObrSwZFJ3WC/zfdyjZaS5O3bp1q67JS8CLDr/znXuQy0jbdl7B8iXMMHocHTXN2xm4tyMWjaO63zMcBCY6KzNIlShiHicJnTZzb5u6jR5fRh7cBP1r2y6gCoJo85/zcQRVdQqTsDJQtTiO5ujapobK/ov9ZTryboGrcYTv51XjIIg88+AxiL2g67QmCOw3Ti+C8vYCz1D5flfmSnAm4wK5inmRxzyRdK3tL3TItl4Jorvnj5vag63pmbCXZNokpUaRxwVPTY6sUGHf2Mqvr8jlyfu5I+1I5+U8kPNEX0CtUEedCg7bHvFl9GQycTgBv16e3Dg8bqrFbMv+WbNwCl+h6Y5qb/2S3nhOEEdz1+hFICDsrYixU9cQn92FGdSjhbfEa/feyAUCw53fF/WarDgsp827Y4d0qKPHbDUelhKn/dkt3OJjuI9pa9I4q6C6A/2A6K7DiT+JRmf9dIbedv70HI0fELmv7GTa4TlTdF2fXBCZd54dCNYOYkguYfEnfQC+oXDkd61C6Ucu/+rsQsG6zmSMlzxmpRJxkTAjTaYzQ8Zam+/kvaoWGmmjj/iA+vUmBSWExTWzTto6Vwaf+4hW46h/vsPy9xRdD4VyjrYbHl82/i5tz25R2a6/+wSS+0WH7V5SCc1rqBZdkia5zy2p2pu826a79aIK358Ty/RzfovbdMPPBxwv0IMGD0EI7oN7H+cgPRSoKeoO9jOPs/5BqzFIs9gv2+Ayz3Tvp7M5ONtuvHaz+sPWwWfGV5F5QIe+irb7eV91ul2EzRcwDxdiOvzlqIL67a9B8d4mra0n1bqOfihpvc9FqtPgeArOh1It31BNDBWMvmucRne07Mh5at2mmpKDnzwkrW+btIKd+6aGPn9zrW1ZF7blgSNoFY4wk0XBs9jEOdfAhUh59nO0PT9K+/ACoV04/GpgToyxymKtllvwPBTOh8L5MxfOatGSfNRH4L6ofB40aAdROCQgy1TBIOUJMsmUhDhI/Ci/7RTmeJPTICs3hmNeliVKkBnmBgq2r6xUMSmFEInSnBWloZSaDqKgrQls95x8P23U/Ib19wi8mn4V1N+0wg2MxauO8CaRyZbSvDN5gdPro32b/u/vPquuTy4RoeRFykSGWazjwgDumxBYzgSiSGWZ53HOKMvwdF9ZWkKqYlPkSjBMM8Q43TvpgdaoGdNJwY2WaZlAPIxE9X/qvG+E17AT00Nz8lXM3HcnBeZZnKJKMMkgzbUShdwZqHYGky2BGmOpEp5LQb8SnUCist3J6B5ZyiAlIIUQ5zLLDJpSi31llZkRPFHCCEaJMpEMcr4zgQwj9nb6eltZRaPkdZ2jGbpJR3w/M5FO8/6xbmah80bjZpS6Z1R49JS+0M27+tF6YOgS8TZvvZr1Du+rLE8FT7XiOuG6SJQqOAzJjvf/9eJnNuPtecgAT2NM0xylljyFEst838hONBM5KikRNTdloRKR7N2yMAaZzHSaZ1CmEBeodnvXINoM33ioRsHMI29ndBfdaGbrXZ1GPLhOY2eYyC8s6IO0yjAaAVEIqSkAcpEyBA6p5uX+7n+wGWjQM+qPFYhPN9PIZwZhRYI/JwrZ7Sg8jB7fJYw2jtn/KXu1vX43C9/OQeEp1LiljpORodaod9Ty7p+Drsr4avUfEd7BWpQkAAA=&quot;"/>
    <we:property name="creatorSessionId" value="&quot;b607c66a-8f7c-4cb8-95f2-5bf73c702c8e&quot;"/>
    <we:property name="creatorTenantId" value="&quot;9241132d-c810-4da1-bc3a-a00f714767c4&quot;"/>
    <we:property name="creatorUserId" value="&quot;1003BFFD9C43CDF6&quot;"/>
    <we:property name="datasetId" value="&quot;f8735fcd-d91e-49ee-9899-3f9afa51b421&quot;"/>
    <we:property name="embedUrl" value="&quot;/reportEmbed?reportId=f35f8fc7-491c-4cf3-8a8f-583b9c5d9a6b&amp;config=eyJjbHVzdGVyVXJsIjoiaHR0cHM6Ly9XQUJJLUVVUk9QRS1OT1JUSC1CLXJlZGlyZWN0LmFuYWx5c2lzLndpbmRvd3MubmV0IiwiZW1iZWRGZWF0dXJlcyI6eyJ1c2FnZU1ldHJpY3NWTmV4dCI6dHJ1ZX19&amp;disableSensitivityBanner=true&amp;storytellingChangeViewModeShortcutKeys=true&quot;"/>
    <we:property name="initialStateBookmark" value="&quot;H4sIAAAAAAAAA+1a3W/bNhD/Vwy9bAOMQRSpr7wlqQsUbdqgGbqHIhiO5NFmK0sGRaf1Av/vIym5Tpo4aZ26dbs8WTxSx/v43fFO9GUkdTurYPESphgdREdN834K5v2ARMOo7mmvXj0/OXz9/J+XhycjR25mVjd1Gx1cRhbMGO0b3c6h8hwc8e35MIKqOoWxHymoWhxGMzRtU0Ol/8VusZuyZo7LYYQfZ1VjwLM8s2DRs71wy93Y7U3+pG5HEFZf4BkK21F5LlJKeFwgFTEt8pgm3C1ruwVBsluXeNZh++OmtqBrt42npUXKJWQ8TxlBoMAkLT1d6cr2S/hi9HFmnHZO58XMW+VQXkAtUEZBBYNtJ/FldNxU82l4Gl2jnzVzI/A1qjBVW20Xjs0LJ8VgZho59zp62tIZ5dQ0zmRhwRFYMQnESfPh2KAzkYwO4uXwfkkOx2ODY7D9cLRLMW1joRrI5kM9sHrq1qIZTHUdlj2d173n4rv0OHakcWO0gGrXRn3igXZTlnNHaXU9rnqUrgHzVydi5RgfT8BYHwb8ncObR4d7qzESzdEiAOSJNiukkuFurd7rsTxfxYibe3clCnqTdnLtCJjnSz8hCXERlEmWZ1AycHEnYPsYekTuJmlfuQewjdkGvRzM14A3+Ry8e+mVH4L9K17o4J9IkuYoOEeUVJWFSNLEs7zTH+0E3O81Z3heCiiLkbEcueSUQYllfi8vPXUH7k1eJGcpZVJQmVBZJEIU9P6w/I5wPu3mtkFzW2mB5prK0RRdPeIfJFgIKs26vTR2840M0xg0vnTyOSt0vN9ANfdsf3vi3vC4+80n1uDfDQALb7S7gNfaKh26ykylNBGpSgkjacIJ5HSfvPiQpPQLu/FGlhAKy7IUCHHOs0yhKmW6bWTHWIqE5jx1P4lMIBEZbsurwDyLGYoEkwxYLkVa8G15gZToigGZFFRJzsoEYvZzFAJTqAdzq12TEvYbmFWReEcVQPauCviCvuAEoZ0b/GbSjJTSQmMtFtskAFHNW4cMlEcPLE92qtZ+lBmSAxOxKlxzS5BliDGLty0zSE5SxJTxMs/jnLjERNm2vEpEKGnhDqcMs1jGhYL7k9EGXkwQztM0TYSkpCiVQ/B+JJD+VG7vqmHWqSLd+5Z9/WXhoVJ/14SyZ1a8lorXhky2yYRgZD/1E3RoG+DTVVq5UhRzl1OQA88wV1CQbRMCBySZKAgwmiDhRHDYOulhxouCZrGKcyqBpimj2V4kl1+pOtnc1O1bLnGHOl90iHHu7r93E1rSmJQijYuEKK4ymSknZi/46KMrWKSHVoeZ0EKsvle7gHxqmmng1n9R99a+Q9ph1G0fZPl7ggb7QqKWeoWrl429aY5nn/nrKzqYbhBk29x4DteN0dtbO6x6Xvn3z8/7/uq6bdnKPms5TtBC19BdXvH5rhto13WBmKAMYj+zOO021BI9N913fq1w7z6TXTBMZ2B0uwqN1ei5rj1mhtELVHbHUfNajyd2Q2fb270rSS888QRmfoFLitHvRxXU7//oCsbH0vubIKj7wJdJlZQS0zwuKFM5kkL8Pw6OvVDiC2vsn/HAOzTaTqZodcDTKrnsiXE/JaIznyDl6KLLIj+u6rxD1iCiv4D2g09l+QF9PPYfj/3HY//qsR80eNhV4GPS2nXS2oOyJ1Q+t93LNHPbzkDgKdR4y/2MC3OoJcpVyG+AdPhzUBQ2cfjUvLrvUsf/ZejTdc5y+R8OpHDVvSQAAA==&quot;"/>
    <we:property name="isFiltersActionButtonVisible" value="true"/>
    <we:property name="isFooterCollapsed" value="true"/>
    <we:property name="isVisualContainerHeaderHidden" value="false"/>
    <we:property name="pageDisplayName" value="&quot;Efficiency&quot;"/>
    <we:property name="pageName" value="&quot;b7c531b08e3c0387032b&quot;"/>
    <we:property name="pptInsertionSessionID" value="&quot;0B325DA3-BFE2-44C3-AE22-827298297144&quot;"/>
    <we:property name="reportEmbeddedTime" value="&quot;2025-04-19T00:27:13.964Z&quot;"/>
    <we:property name="reportName" value="&quot;Manufacturing Downtime-e3- (1)-11 PM&quot;"/>
    <we:property name="reportState" value="&quot;CONNECTED&quot;"/>
    <we:property name="reportUrl" value="&quot;/groups/me/reports/f35f8fc7-491c-4cf3-8a8f-583b9c5d9a6b/b7c531b08e3c0387032b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4AE7C123-0645-4DB2-A7AE-9B43B404C5B5}">
  <we:reference id="wa200003233" version="2.0.0.3" store="en-US" storeType="OMEX"/>
  <we:alternateReferences>
    <we:reference id="WA200003233" version="2.0.0.3" store="WA200003233" storeType="OMEX"/>
  </we:alternateReferences>
  <we:properties>
    <we:property name="artifactViewState" value="&quot;live&quot;"/>
    <we:property name="backgroundColor" value="&quot;#F5F2ED&quot;"/>
    <we:property name="bookmark" value="&quot;H4sIAAAAAAAAA+1ZX2/bNhD/KoZe+mIMJEVRZN8aN3satmAZigFDHo7k0VEjSwZFJ80Cf/edJKdrMqdOjSV1tgABIh2P9/9H3sk3ma+6ZQ3XP8MCs7fZUdteLCBeTHg2zZqRpkDn3ssyAJdSyWBCLmi1Xaaqbbrs7U2WIM4xfai6FdS9ICL+cTbNoK5PYN6/Bag7nGZLjF3bQF39iSMzLaW4wvU0w0/Luo3QizxNkLAXe0ns9E4m8B9y0gguVZd4ii6NVCdBs6Ald6UEobkHVhBbNzIMlm1l6UUP6mdtk6BqSE1PM4oHa3ImrJK6ZEVA5Xt6VzXzemPw33t/u172wenOgf5TNOxHUtvLWa/JndwHFL7kwphgPBfeBdPvDVWdNurs9fGnZaRIUfxGWTPye97GypGeISIRuzEAN9msrVeL4en4Dv20XUWHv2IYlppUpWuS9BM5NVnG1q/6kPW03qiT2FIGBoaTcW0gn7dXs4ikm7xl6+lnc975S2gcUe/b8m4+jziHtHk9fkpDU5ugnvj2qpmkakG8GCeLqhnYflw1m1Jg//TjjChfzZyrVx3lAv0RxNk5xHQ3i/QSPcaj6yFD76t4W3Zies+zgwzH+uwWL7T74xeI2BTZ6NaTVdXZgIIQEE3ObY5GsMAc/fF9EeUUliwvgWMoBAooDeyNTuYKS/AGD9Y6a7UWFveVhaUwCjXBnDshjVGqdIeE9F/oAVIbDx/qVK6TqzZeUBK+EesH5sgRJHc+uPJvn1k1qX4xZ9Xj8/ldDqsvgDGeVrlmhfGl44U1nHHnWSEPCcn//Tv7EX48BVS3RHQnEjsHiarixYBxszbpqPf+BgD+/hTIuw36CDsZuOEWSy+ZCqXNLcPdF3u1oMFiS9vNXS60ZYIzAFZSwyF2NxwPyCoKyYO0waPIvXJWeK72laXK0gclDALj3rig8uKlNAm7kVBXDuMdn7MF0kDYP3hIMPi0HJVVOK63fljGweUbMpDCMMr+APWqF/vmPe3oz5A3ZNR6KJYHanTY0T3LFSF8XgihvQ9SBs+MpqH4kPL48BXxf07j/bHECpUDZ14UWmgaAzTXe58SSLMEonbeFhAkQ+mD3XeU8NpYayxSA1IwxZXzsPujwfe+KQ+s93gdIl6HiGccIu62MsbR1SA9euulzhXTqF4niGct/gPzY//TaCeK7Qv6avnodB7AV8sByNt6oHaVuiU4PIEGt/RCVGTQ+HF0+Uo/NPwS8rkVWq//AqsDqvWBGQAA&quot;"/>
    <we:property name="creatorSessionId" value="&quot;9284e887-a4ef-4ce2-bda4-c849b6257dca&quot;"/>
    <we:property name="creatorTenantId" value="&quot;9241132d-c810-4da1-bc3a-a00f714767c4&quot;"/>
    <we:property name="creatorUserId" value="&quot;1003BFFD9C43CDF6&quot;"/>
    <we:property name="datasetId" value="&quot;f8735fcd-d91e-49ee-9899-3f9afa51b421&quot;"/>
    <we:property name="embedUrl" value="&quot;/reportEmbed?reportId=f35f8fc7-491c-4cf3-8a8f-583b9c5d9a6b&amp;config=eyJjbHVzdGVyVXJsIjoiaHR0cHM6Ly9XQUJJLUVVUk9QRS1OT1JUSC1CLXJlZGlyZWN0LmFuYWx5c2lzLndpbmRvd3MubmV0IiwiZW1iZWRGZWF0dXJlcyI6eyJ1c2FnZU1ldHJpY3NWTmV4dCI6dHJ1ZX19&amp;disableSensitivityBanner=true&amp;storytellingChangeViewModeShortcutKeys=true&quot;"/>
    <we:property name="initialStateBookmark" value="&quot;H4sIAAAAAAAAA+1ZS2/bOBD+K4YuvRgLknoyt8TNXrptgmZRLLAIFkNy6KiVRYOik6aB/3uHktPdtHHdGk3WBnyyNBzOgzOf9I18l5i6mzdw+wZmmBwlJ859mIH/MOLJOGlXsrOzV6+P3776583x61MSu3moXdslR3dJAD/F8K7uFtBECyT8+3KcQNOcwzTeWWg6HCdz9J1roak/4aBMS8EvcDlO8OO8cR6iyYsAAaPZa1Kne/LNf0vJI+hQX+MF6jBIdQYVs1XGdZmBqLgBlpNaNyj0kT2qEk337ieuDVC35CbKpK6MyQwaZbIqLViFRRbltm7CSkXdnn6ce8qOcr6dx1OZUKxT52sNTdJn4bEbgr5LJq5ZzPqr0wfyC7fwGt+i7ZfaUIdbsvQHBTKae2cWMc0oW9K5nHtHp9YrnA9rvfjK3Uw8km+THLHl+Es4x+YaWk3Sr2M5nk49TiGsbk+fMtATCPpqdOOof0I9I130o1nd9mq/L9pV+djO50H91mdRt9OfTOSSJB1ta1Z9/m/L/Tnkp8BPrsCHiCP1nho2thdtct6gP7ntO+xl7e9bXYy/ymgny7m8vMco7X7/HxSuQDKk9WSouFzGJVNJpaRCnqucFbzQBuRGFK9tt6c4yt0H8PaNv2OJbP0k2gjghlzvDYJ/vJ7/C4TvUTEAGJnOESttVA42Y5gZq6K975ajuwL6fVCKaEuJIgXOjMgrUVmEild8o616RqTlW1vCpLkQRBFsllnDZFVa2A96sLGZu6bW6B+knMyQOF28MBCgT2k++KpxWHemX8Y+4zuKj05hsP0OmkU0++Il7TDupn1BQS37+q7prn5H9xyvh6IsjS2ERGDcSG2LNNe7VMUzuoDg/KGM645lqGOeZ9xmyhoUqSm0EoYX2yI75ToVlWKCMwBWaktX29rKLJdcYWkyVthSpYrF4m0ZV8VyaUpNVEZyxrVh+WEg2SbQ4AI0o9jCv57OPBND3Ax+DYG6Ym84yWpt1NWf8Cd4yF/PQEBKIQuspJVci0zKoij35RWxY7g7zBGHOeIZ54hvSAJNEion2m9AKa1UVQmF244SusCSpSVwtLlAAaWEzS/2NbasRZQpVylKwSwjwqE3E441tlJjUZiSC0kPLMOF0Xbz944DSfiFJGEjxnWz6KgWaE726KvfDx/HTnz1kwW3SqZMqCKrSkagL7ZEZ2/usQHKLUI3B43n0OIjgxQ1LrRmIPvfGab6f0KS3gnFUqtm0/QV/x/5Mnctl58BkKsSDKoZAAA=&quot;"/>
    <we:property name="isFiltersActionButtonVisible" value="true"/>
    <we:property name="isFooterCollapsed" value="true"/>
    <we:property name="isVisualContainerHeaderHidden" value="false"/>
    <we:property name="pageDisplayName" value="&quot;Downtime by product&amp;batch &quot;"/>
    <we:property name="pageName" value="&quot;c4a80f841c74a281da05&quot;"/>
    <we:property name="pptInsertionSessionID" value="&quot;0B325DA3-BFE2-44C3-AE22-827298297144&quot;"/>
    <we:property name="reportEmbeddedTime" value="&quot;2025-04-19T00:24:44.738Z&quot;"/>
    <we:property name="reportName" value="&quot;Manufacturing Downtime-e3- (1)-11 PM&quot;"/>
    <we:property name="reportState" value="&quot;CONNECTED&quot;"/>
    <we:property name="reportUrl" value="&quot;/groups/me/reports/f35f8fc7-491c-4cf3-8a8f-583b9c5d9a6b/c4a80f841c74a281da05&quot;"/>
  </we:properties>
  <we:bindings/>
  <we:snapshot xmlns:r="http://schemas.openxmlformats.org/officeDocument/2006/relationships"/>
</we:webextension>
</file>

<file path=ppt/webextensions/webextension3.xml><?xml version="1.0" encoding="utf-8"?>
<we:webextension xmlns:we="http://schemas.microsoft.com/office/webextensions/webextension/2010/11" id="{181DAF80-DB8C-4FA4-B08E-0F7B9E452CFA}">
  <we:reference id="wa200003233" version="2.0.0.3" store="en-US" storeType="OMEX"/>
  <we:alternateReferences>
    <we:reference id="WA200003233" version="2.0.0.3" store="WA200003233" storeType="OMEX"/>
  </we:alternateReferences>
  <we:properties>
    <we:property name="artifactViewState" value="&quot;live&quot;"/>
    <we:property name="backgroundColor" value="&quot;#F5F2ED&quot;"/>
    <we:property name="bookmark" value="&quot;H4sIAAAAAAAAA+1Z3W/UOBD/V1Z54U5anfLhfJg3ui0SOuAqeuIeUB8m9mTXkE0ixynsVf3fGdvZlpbtFpYWthJqH+qxPTOe+Xnm5/Q8kKrvali9hiUGT4ODtv2wBP1hEgXToPGyKkvKnOUyzCHjJbIqYkizbWdU2/TB0/PAgJ6jeav6AWqriITvTqcB1PUxzO2ogrrHadCh7tsGavU/+sU0ZfSAF9MAP3V1q8GqPDFg0Ko9o+U0JheivxKyCMKoMzxBYby0KmRRxpAkLI0xYVmeiJiW9X6B82zjEqvamZ+1jQHVkBkrYyxMkjTPE8bygmeYFnFu5b1q5vXo8NXef1edDU6/gM5Fo3xPZq2eiws6DmQFR1FlLM3SqKqitEC2q64yShkv46LkUsgsg0JAuqsuZFESlUVWQVVWLBRhkjq/KlWbMQzl6uhTpymDlFev65k8g0agDFyaNPY+K+fBs/lc4xzMODy6Njlr62G5QX7SDlrgG6zcVGOUWZGNl5SGSadbOdgkW5l191i3hBm3QLYfae0SJwKGHuWkXE2WIBZ2W9vUfvnzoRmxEdrhov0400hgklYw3fvz2Dkwrf7GA52SZCsGZNsMZrYAba4DgQZaoj5YuSQfKr2+UfH0xtn2OsEUABJlVJYinktbmLgImSgl3Hk71JLq0te3IwuxKOK4YAicfgBEubOuKBcl1YAiKnMhcoAwKnBXXXma0a8oRSWLgoVScoZ33toZ4WTeaiXIzk2g33Pq/hmBG+wA0r5WAvW1MwdLpH5i/5BgwJ2p88YU+vlWuml0Rz4nBykMXvdbqAer9skh7bCQekJOrbHiGwg5/v6LFuF29M7Kw4Xl1OWxCkVeYcRFHPJSouAs4/uUx2M/9zuNt0TFZzEuUsxBJlmVhgjEL3iU7Xqzi7BIgTMOBY95nhQg+c69PRNZwVgMPKrCmMcx5DzeJ3RtqRK/oDev281NLw/AiMVELKCZ416SijscbyVBZ4Jaj4F+LO6/hBLrSf9R0SkeleNjeZj0narrR+X5jF5ipX9zPULAvBrJIcj3Q2+W2JhvoMz0mlr5KkolcHzfhqwqKqJXIEOeE4vMizynU43nPPok6kHacuvrqOs164cpEebnul06beML2pbRLTVxGnjzzpf/FqhxbFmNVOuQvW7N1xF6cSNq39Hq/MD5toWhTK9a6LuNvbgZHL5PT8dOfD24bB2gK0deoQHf+s+/wMiDU61pIAgaKJ3fLwwuvUUl0apTI0noBW1+IT0olx1o1a8huh79rRqLmmnwEivz0A3xjZovzC0saIz8hTvcmRW+gs4uCGnyj4Mamg9/enpyJ08rQe/Vi3C3NmzjsJEFjnRm9VPovEjSMAslr2IZV6EsRZzfTedvr5tamcUSjRIOBSPk7jveh+tXtmkNfFUPZu2wuYxeovPEXht5dOah9bDY2NFX56L9AmkHl0l7mmzrZvdMg7d7/hxUPWiatLZ3eGtVQ9NgvfMN/o2zh8bZg5Wn78KVL1KMRUmY5LzMyrBMK4A0z372q/CHrsMvoJzb/b0S/tjnWeKVPaUApfdwr9ryThHYH9g75G/6EtUOpu9A4DE0uOGLFMEKGolyzVhv4WPu31mXH6QuLj4DpHl180YbAAA=&quot;"/>
    <we:property name="creatorSessionId" value="&quot;794f48c1-012e-4aae-aa63-fbc21659077f&quot;"/>
    <we:property name="creatorTenantId" value="&quot;9241132d-c810-4da1-bc3a-a00f714767c4&quot;"/>
    <we:property name="creatorUserId" value="&quot;1003BFFD9C43CDF6&quot;"/>
    <we:property name="datasetId" value="&quot;f8735fcd-d91e-49ee-9899-3f9afa51b421&quot;"/>
    <we:property name="embedUrl" value="&quot;/reportEmbed?reportId=f35f8fc7-491c-4cf3-8a8f-583b9c5d9a6b&amp;config=eyJjbHVzdGVyVXJsIjoiaHR0cHM6Ly9XQUJJLUVVUk9QRS1OT1JUSC1CLXJlZGlyZWN0LmFuYWx5c2lzLndpbmRvd3MubmV0IiwiZW1iZWRGZWF0dXJlcyI6eyJ1c2FnZU1ldHJpY3NWTmV4dCI6dHJ1ZX19&amp;disableSensitivityBanner=true&amp;storytellingChangeViewModeShortcutKeys=true&quot;"/>
    <we:property name="initialStateBookmark" value="&quot;H4sIAAAAAAAAA+1ZW0/rRhD+K5FfTitFle+X8waBIx0dboKKPlSoGu+Ok+U4Xmu9BlKU/97ZtQMcCAlNgQa1gpedHc9+O/vtzGfn1uGiqUuYHcEUnc/OrpTfp6C+Dzxn6FS97fj42+HO6bc/jnYO98ksay1k1Tifbx0Naoz6XDQtlCYCGX+/GDpQlicwNqMCygaHTo2qkRWU4k/snGlKqxbnQwdv6lIqMCHPNGg0Ya/Inca0tvdLQCsC0+IKz5DpzlqkPM19CIIw8jEI4yRgPrk1nYNFttTFhLbLj2SlQVS0jLGxIHJjl2eFz/3C5Tnzk8zGEKXuXfLZ/k2taHe051ltsrLDr6BiyB27BYVNh/jW2VFCT6aoBTOjAyy0tY7HCsege6f9Hx4ZybKdLrGfyVYxPMXCTlVa6BmtfEDAB3vymsZTHGipoXTmlMkTJSnP1mUk20pb45e26rPmmuGpGE8snjNGznz/ip59suyWYLUQDaHM4JjcQUs6gsAMJ/J6pJDowo3z8O5URmQaSyUYrfP4YF4d+RcQZato0qz9FNUFWRpRjcue8/f0+7UDW7RVhQanzC+JuoZo9IhUHNXuzHJtT6gF6f3h41P6n2dvzbP5xaL2UJzLB9Wlp1l3SG/NK8JF8zGL0zD0IfMK1898H5LMX1ukXvk61Ery1uTD2B6Bvkvcquv5fNF8ZSrwPsGPUe6CZpMBm0A1xmVc2HbgklNBGaBSfaI/CvwDyLEcNNeCdvGhgJ90lB80tSjLD4V8RHIr74TVByTMIbCJmQd+2TZ6istL96OGO6QS2PVWKoG9enXDIi2imAF3swTDIkmThHbV73P/hpUtRzJ0ddQAPF+oT2q5X5Sc2mi9PjZldEVNHDrd8hbLbxNU2HeIiotFyo6kfpqhr4+y1ry8s3QDi+35kkxwzqFsrUCnwAeC9tq1ZGsm56q1/L4w3WZutcvD5IaLBN0DOUQNHDSYILgJ8I16C22EETWQW9xfNU67FQVHE05gN2xMT//KO1JOa1CiWVB0MfomKsOa4Z10esuGeKeHns98JzeujPEQauPg0uRPuyVU33/uZMBaRZmDGk1A6Y015Va04TeTXS/lmBVcqZtGkIUZpJmfJUEKPItMyJUH0Eygxh+zb2L5aYQJ8CAuIheB3kwzL14bS0zpHfpprMJlSYFexnw3yzmyLIzXv62+oxDsO+YmL0RNKRjV4IdbdqaoxvajQFdraEt1t5a96jQvOS5K0DMX7NMePWGo+Km/ZgbaUoLd1cg3zErHriSK6Z/lrOBpGrqcZyFu0ymukPP/5WN8UiW8hOVphqmXJ4wlAK6X4qY3O3YxTX0/DREy+gNgOWweKwEvS3hOkidjbshyvnGsMPQCN0iyPM7dPCoAoiR+b67+oy8x/4KuXY333rha0K67aSReGzoC5B3Crer9G2Vgm764INHey9O4gCIvQpe5QRSupf27EWxVlVrIrgGDtkE+yGeDaf8+JatytpUvgn9zP7IvxC/c0NqbxGXV6q26P696wF2zzL0ozHKf5CdnPI4hZbCxpIWY2h4r4jCKI68ovCjFcNNYYegGQZQkQRgmaRZjlPrJZrFsuGWyQ7a6qYHhCVS4RH4Qt6HiyNdIEPtzlmMXISwiL9dpFvMj151amc//Ah75z2dvGwAA&quot;"/>
    <we:property name="isFiltersActionButtonVisible" value="true"/>
    <we:property name="isFooterCollapsed" value="true"/>
    <we:property name="isVisualContainerHeaderHidden" value="false"/>
    <we:property name="pageDisplayName" value="&quot;downtime factors&quot;"/>
    <we:property name="pageName" value="&quot;f8d8b2a33452e34673c2&quot;"/>
    <we:property name="pptInsertionSessionID" value="&quot;0B325DA3-BFE2-44C3-AE22-827298297144&quot;"/>
    <we:property name="reportEmbeddedTime" value="&quot;2025-04-19T00:23:18.819Z&quot;"/>
    <we:property name="reportName" value="&quot;Manufacturing Downtime-e3- (1)-11 PM&quot;"/>
    <we:property name="reportState" value="&quot;CONNECTED&quot;"/>
    <we:property name="reportUrl" value="&quot;/groups/me/reports/f35f8fc7-491c-4cf3-8a8f-583b9c5d9a6b/f8d8b2a33452e34673c2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699</TotalTime>
  <Words>377</Words>
  <Application>Microsoft Office PowerPoint</Application>
  <PresentationFormat>On-screen Show (16:9)</PresentationFormat>
  <Paragraphs>116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Vidaloka</vt:lpstr>
      <vt:lpstr>Montserrat</vt:lpstr>
      <vt:lpstr>Arial</vt:lpstr>
      <vt:lpstr>Minimalist Business Slides XL by Slidesgo</vt:lpstr>
      <vt:lpstr>PowerPoint Presentation</vt:lpstr>
      <vt:lpstr>Table of contents</vt:lpstr>
      <vt:lpstr>Introduction &amp; Agenda</vt:lpstr>
      <vt:lpstr>PowerPoint Presentation</vt:lpstr>
      <vt:lpstr>Data understanding</vt:lpstr>
      <vt:lpstr>Product</vt:lpstr>
      <vt:lpstr>The input data</vt:lpstr>
      <vt:lpstr>The input data</vt:lpstr>
      <vt:lpstr>The input data</vt:lpstr>
      <vt:lpstr>The input data</vt:lpstr>
      <vt:lpstr>Questions</vt:lpstr>
      <vt:lpstr>The Questions</vt:lpstr>
      <vt:lpstr>The Questions</vt:lpstr>
      <vt:lpstr>Techniques</vt:lpstr>
      <vt:lpstr>Power BI</vt:lpstr>
      <vt:lpstr>Power BI</vt:lpstr>
      <vt:lpstr>Analysis</vt:lpstr>
      <vt:lpstr>PowerPoint Presentation</vt:lpstr>
      <vt:lpstr>PowerPoint Presentation</vt:lpstr>
      <vt:lpstr>PowerPoint Presentation</vt:lpstr>
      <vt:lpstr>Conclusion and  Recommendations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ahmed hamed</dc:creator>
  <cp:lastModifiedBy>omar ramadan</cp:lastModifiedBy>
  <cp:revision>10</cp:revision>
  <dcterms:modified xsi:type="dcterms:W3CDTF">2025-04-19T09:49:41Z</dcterms:modified>
</cp:coreProperties>
</file>